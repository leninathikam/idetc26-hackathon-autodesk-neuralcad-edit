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e649d5edf6470f" /><Relationship Type="http://schemas.openxmlformats.org/officeDocument/2006/relationships/extended-properties" Target="/docProps/app.xml" Id="R645af721fc5241dd" /><Relationship Type="http://schemas.openxmlformats.org/officeDocument/2006/relationships/officeDocument" Target="/ppt/presentation.xml" Id="Rb5193789577d4c31" /></Relationships>
</file>

<file path=ppt/presentation.xml><?xml version="1.0" encoding="utf-8"?>
<p:presentation xmlns:p="http://schemas.openxmlformats.org/presentationml/2006/main">
  <p:sldMasterIdLst>
    <p:sldMasterId xmlns:r="http://schemas.openxmlformats.org/officeDocument/2006/relationships" id="2147483648" r:id="R2516ebd15c414b78"/>
  </p:sldMasterIdLst>
  <p:notesMasterIdLst>
    <p:notesMasterId xmlns:r="http://schemas.openxmlformats.org/officeDocument/2006/relationships" r:id="R9361187bd0fb4c28"/>
  </p:notesMasterIdLst>
  <p:sldIdLst>
    <p:sldId xmlns:r="http://schemas.openxmlformats.org/officeDocument/2006/relationships" id="256" r:id="R9ceba72597244f8b"/>
    <p:sldId xmlns:r="http://schemas.openxmlformats.org/officeDocument/2006/relationships" id="257" r:id="R184cafb26303473c"/>
    <p:sldId xmlns:r="http://schemas.openxmlformats.org/officeDocument/2006/relationships" id="258" r:id="R2e9a2f811b864ba9"/>
    <p:sldId xmlns:r="http://schemas.openxmlformats.org/officeDocument/2006/relationships" id="259" r:id="R7f88d0ecf03641b3"/>
    <p:sldId xmlns:r="http://schemas.openxmlformats.org/officeDocument/2006/relationships" id="260" r:id="R2956c525c6a2487a"/>
    <p:sldId xmlns:r="http://schemas.openxmlformats.org/officeDocument/2006/relationships" id="261" r:id="R25d03f9b8eac4e98"/>
    <p:sldId xmlns:r="http://schemas.openxmlformats.org/officeDocument/2006/relationships" id="262" r:id="R170fae240b7547d7"/>
    <p:sldId xmlns:r="http://schemas.openxmlformats.org/officeDocument/2006/relationships" id="263" r:id="Rb4fb667c9e38451c"/>
    <p:sldId xmlns:r="http://schemas.openxmlformats.org/officeDocument/2006/relationships" id="264" r:id="Reb466ff2b62644a5"/>
    <p:sldId xmlns:r="http://schemas.openxmlformats.org/officeDocument/2006/relationships" id="265" r:id="R0a32912b6115485c"/>
    <p:sldId xmlns:r="http://schemas.openxmlformats.org/officeDocument/2006/relationships" id="266" r:id="R0850924a9ff048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941A4BA4-8928-4C74-B3C0-A9A97B3EDFBC}">
  <a:tblStyle styleId="{941A4BA4-8928-4C74-B3C0-A9A97B3EDF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23adcd40d38a485a" /><Relationship Type="http://schemas.openxmlformats.org/officeDocument/2006/relationships/slideMaster" Target="/ppt/slideMasters/slideMaster1.xml" Id="R2516ebd15c414b78" /><Relationship Type="http://schemas.openxmlformats.org/officeDocument/2006/relationships/notesMaster" Target="/ppt/notesMasters/notesMaster1.xml" Id="R9361187bd0fb4c28" /><Relationship Type="http://schemas.openxmlformats.org/officeDocument/2006/relationships/presProps" Target="/ppt/presProps.xml" Id="R9fc96d4e9cdf4e9d" /><Relationship Type="http://schemas.openxmlformats.org/officeDocument/2006/relationships/tableStyles" Target="/ppt/tableStyles.xml" Id="Racc2658e6f2549dd" /><Relationship Type="http://schemas.openxmlformats.org/officeDocument/2006/relationships/slide" Target="/ppt/slides/slide1.xml" Id="R9ceba72597244f8b" /><Relationship Type="http://schemas.openxmlformats.org/officeDocument/2006/relationships/slide" Target="/ppt/slides/slide2.xml" Id="R184cafb26303473c" /><Relationship Type="http://schemas.openxmlformats.org/officeDocument/2006/relationships/slide" Target="/ppt/slides/slide3.xml" Id="R2e9a2f811b864ba9" /><Relationship Type="http://schemas.openxmlformats.org/officeDocument/2006/relationships/slide" Target="/ppt/slides/slide4.xml" Id="R7f88d0ecf03641b3" /><Relationship Type="http://schemas.openxmlformats.org/officeDocument/2006/relationships/slide" Target="/ppt/slides/slide5.xml" Id="R2956c525c6a2487a" /><Relationship Type="http://schemas.openxmlformats.org/officeDocument/2006/relationships/slide" Target="/ppt/slides/slide6.xml" Id="R25d03f9b8eac4e98" /><Relationship Type="http://schemas.openxmlformats.org/officeDocument/2006/relationships/slide" Target="/ppt/slides/slide7.xml" Id="R170fae240b7547d7" /><Relationship Type="http://schemas.openxmlformats.org/officeDocument/2006/relationships/slide" Target="/ppt/slides/slide8.xml" Id="Rb4fb667c9e38451c" /><Relationship Type="http://schemas.openxmlformats.org/officeDocument/2006/relationships/slide" Target="/ppt/slides/slide9.xml" Id="Reb466ff2b62644a5" /><Relationship Type="http://schemas.openxmlformats.org/officeDocument/2006/relationships/slide" Target="/ppt/slides/slide10.xml" Id="R0a32912b6115485c" /><Relationship Type="http://schemas.openxmlformats.org/officeDocument/2006/relationships/slide" Target="/ppt/slides/slide11.xml" Id="R0850924a9ff048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095d5f83674f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fa180573a48c5" /><Relationship Type="http://schemas.openxmlformats.org/officeDocument/2006/relationships/notesMaster" Target="/ppt/notesMasters/notesMaster1.xml" Id="Rde4c1ad8476b46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0ffd34b98c48e0" /><Relationship Type="http://schemas.openxmlformats.org/officeDocument/2006/relationships/notesMaster" Target="/ppt/notesMasters/notesMaster1.xml" Id="Rb0ac9f3ef13844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a86ef75d1348eb" /><Relationship Type="http://schemas.openxmlformats.org/officeDocument/2006/relationships/notesMaster" Target="/ppt/notesMasters/notesMaster1.xml" Id="R6326e12076444c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0b0010a5b24cfd" /><Relationship Type="http://schemas.openxmlformats.org/officeDocument/2006/relationships/notesMaster" Target="/ppt/notesMasters/notesMaster1.xml" Id="Reb363bb6ef4b4a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451c55cc8445a8" /><Relationship Type="http://schemas.openxmlformats.org/officeDocument/2006/relationships/notesMaster" Target="/ppt/notesMasters/notesMaster1.xml" Id="R301a7527c99046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0a785606ab4d41" /><Relationship Type="http://schemas.openxmlformats.org/officeDocument/2006/relationships/notesMaster" Target="/ppt/notesMasters/notesMaster1.xml" Id="R6b4e92cb9c2b48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953974ae774da4" /><Relationship Type="http://schemas.openxmlformats.org/officeDocument/2006/relationships/notesMaster" Target="/ppt/notesMasters/notesMaster1.xml" Id="R7f0d9931995d40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65b8b067b6440e" /><Relationship Type="http://schemas.openxmlformats.org/officeDocument/2006/relationships/notesMaster" Target="/ppt/notesMasters/notesMaster1.xml" Id="R4e7ef0607c0445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208ca3169d4190" /><Relationship Type="http://schemas.openxmlformats.org/officeDocument/2006/relationships/notesMaster" Target="/ppt/notesMasters/notesMaster1.xml" Id="R6cc2872ffbfe44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57f96f6b0a4e6f" /><Relationship Type="http://schemas.openxmlformats.org/officeDocument/2006/relationships/notesMaster" Target="/ppt/notesMasters/notesMaster1.xml" Id="Rbaeca33d6da249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a1526ddad24ab6" /><Relationship Type="http://schemas.openxmlformats.org/officeDocument/2006/relationships/notesMaster" Target="/ppt/notesMasters/notesMaster1.xml" Id="R25aef8b8d82148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244b5b102649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f7474b11354a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c8e0e032834e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150a6ba0324b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d9a94fcfe744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ce11eebdf9499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b65909c96d74a8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9a9dbfe4c074c1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288dcc7659b408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cac3923a9ed4c6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02b23d7b7cb4fe5"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F91BCCDA-31ED-450C-ACC6-BD3E9A76887A}"/>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p:cSld name="Title and Content">
    <p:spTree>
      <p:nvGrpSpPr>
        <p:cNvPr id="1" name=""/>
        <p:cNvGrpSpPr/>
        <p:nvPr/>
      </p:nvGrpSpPr>
      <p:grpSpPr>
        <a:xfrm xmlns:a="http://schemas.openxmlformats.org/drawingml/2006/main"/>
      </p:grpSpPr>
      <p:sp>
        <p:nvSpPr>
          <p:cNvPr id="25" name="Google Shape;25;p5">
            <a:extLst xmlns:a="http://schemas.openxmlformats.org/drawingml/2006/main">
              <a:ext uri="{FF2B5EF4-FFF2-40B4-BE49-F238E27FC236}">
                <a16:creationId xmlns:a16="http://schemas.microsoft.com/office/drawing/2014/main" id="{91D868B5-F133-4BF4-BD72-7E67658C8A1B}"/>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5">
            <a:extLst xmlns:a="http://schemas.openxmlformats.org/drawingml/2006/main">
              <a:ext uri="{FF2B5EF4-FFF2-40B4-BE49-F238E27FC236}">
                <a16:creationId xmlns:a16="http://schemas.microsoft.com/office/drawing/2014/main" id="{97A2A4DD-9A04-4190-BCBA-6F90CC74818D}"/>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F141FE20-9002-4ADA-AA6A-7834556FB739}"/>
              </a:ext>
            </a:extLst>
          </p:cNvPr>
          <p:cNvSpPr>
            <a:spLocks xmlns:a="http://schemas.openxmlformats.org/drawingml/2006/main" noGrp="1"/>
          </p:cNvSpPr>
          <p:nvPr>
            <p:ph type="body" idx="1"/>
          </p:nvPr>
        </p:nvSpPr>
        <p:spPr>
          <a:xfrm xmlns:a="http://schemas.openxmlformats.org/drawingml/2006/main">
            <a:off x="1385046" y="1711187"/>
            <a:ext cx="9968754" cy="31157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Layouts/slideLayout3.xml><?xml version="1.0" encoding="utf-8"?>
<p:sldLayout xmlns:p="http://schemas.openxmlformats.org/presentationml/2006/main" matchingName="Title Slide">
  <p:cSld name="Title Slide">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7EF00C2C-5B64-4D22-98E1-AFE61A86DB2C}"/>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0" name="Google Shape;30;p6">
            <a:extLst xmlns:a="http://schemas.openxmlformats.org/drawingml/2006/main">
              <a:ext uri="{FF2B5EF4-FFF2-40B4-BE49-F238E27FC236}">
                <a16:creationId xmlns:a16="http://schemas.microsoft.com/office/drawing/2014/main" id="{5938038D-8A59-4162-B6AC-3EF640F12697}"/>
              </a:ext>
            </a:extLst>
          </p:cNvPr>
          <p:cNvSpPr>
            <a:spLocks xmlns:a="http://schemas.openxmlformats.org/drawingml/2006/main" noGrp="1"/>
          </p:cNvSpPr>
          <p:nvPr>
            <p:ph type="subTitle" idx="1"/>
          </p:nvPr>
        </p:nvSpPr>
        <p:spPr>
          <a:xfrm xmlns:a="http://schemas.openxmlformats.org/drawingml/2006/main">
            <a:off x="1524000" y="1304315"/>
            <a:ext cx="9144000" cy="1655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xmlns:a="http://schemas.openxmlformats.org/drawingml/2006/main"/>
        </p:txBody>
      </p:sp>
      <p:sp>
        <p:nvSpPr>
          <p:cNvPr id="31" name="Google Shape;31;p6">
            <a:extLst xmlns:a="http://schemas.openxmlformats.org/drawingml/2006/main">
              <a:ext uri="{FF2B5EF4-FFF2-40B4-BE49-F238E27FC236}">
                <a16:creationId xmlns:a16="http://schemas.microsoft.com/office/drawing/2014/main" id="{3ACCE550-2C25-4EFA-8F7D-D5844AD1D936}"/>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4.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33" name="Google Shape;33;p7">
            <a:extLst xmlns:a="http://schemas.openxmlformats.org/drawingml/2006/main">
              <a:ext uri="{FF2B5EF4-FFF2-40B4-BE49-F238E27FC236}">
                <a16:creationId xmlns:a16="http://schemas.microsoft.com/office/drawing/2014/main" id="{628D4091-F76C-4D1A-B406-8667ABF5B273}"/>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4" name="Google Shape;34;p7">
            <a:extLst xmlns:a="http://schemas.openxmlformats.org/drawingml/2006/main">
              <a:ext uri="{FF2B5EF4-FFF2-40B4-BE49-F238E27FC236}">
                <a16:creationId xmlns:a16="http://schemas.microsoft.com/office/drawing/2014/main" id="{4D8851C0-3A1A-48CF-A98F-2999ABC7B43B}"/>
              </a:ext>
            </a:extLst>
          </p:cNvPr>
          <p:cNvSpPr>
            <a:spLocks xmlns:a="http://schemas.openxmlformats.org/drawingml/2006/main" noGrp="1"/>
          </p:cNvSpPr>
          <p:nvPr>
            <p:ph type="body" idx="1"/>
          </p:nvPr>
        </p:nvSpPr>
        <p:spPr>
          <a:xfrm xmlns:a="http://schemas.openxmlformats.org/drawingml/2006/main">
            <a:off x="1488342" y="1541463"/>
            <a:ext cx="1014095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xmlns:a="http://schemas.openxmlformats.org/drawingml/2006/main"/>
        </p:txBody>
      </p:sp>
      <p:sp>
        <p:nvSpPr>
          <p:cNvPr id="35" name="Google Shape;35;p7">
            <a:extLst xmlns:a="http://schemas.openxmlformats.org/drawingml/2006/main">
              <a:ext uri="{FF2B5EF4-FFF2-40B4-BE49-F238E27FC236}">
                <a16:creationId xmlns:a16="http://schemas.microsoft.com/office/drawing/2014/main" id="{48827822-CA6F-4CA4-850E-F9B274725A88}"/>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5.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7" name="Google Shape;37;p8">
            <a:extLst xmlns:a="http://schemas.openxmlformats.org/drawingml/2006/main">
              <a:ext uri="{FF2B5EF4-FFF2-40B4-BE49-F238E27FC236}">
                <a16:creationId xmlns:a16="http://schemas.microsoft.com/office/drawing/2014/main" id="{A914DD59-7591-4E83-BF24-A30A913AE79F}"/>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8" name="Google Shape;38;p8">
            <a:extLst xmlns:a="http://schemas.openxmlformats.org/drawingml/2006/main">
              <a:ext uri="{FF2B5EF4-FFF2-40B4-BE49-F238E27FC236}">
                <a16:creationId xmlns:a16="http://schemas.microsoft.com/office/drawing/2014/main" id="{E388BA8F-5124-4244-B2FD-47868318F014}"/>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9" name="Google Shape;39;p8">
            <a:extLst xmlns:a="http://schemas.openxmlformats.org/drawingml/2006/main">
              <a:ext uri="{FF2B5EF4-FFF2-40B4-BE49-F238E27FC236}">
                <a16:creationId xmlns:a16="http://schemas.microsoft.com/office/drawing/2014/main" id="{25949E5E-BABF-4DA6-B13B-2C29D8693129}"/>
              </a:ext>
            </a:extLst>
          </p:cNvPr>
          <p:cNvSpPr>
            <a:spLocks xmlns:a="http://schemas.openxmlformats.org/drawingml/2006/main" noGrp="1"/>
          </p:cNvSpPr>
          <p:nvPr>
            <p:ph type="body" idx="1"/>
          </p:nvPr>
        </p:nvSpPr>
        <p:spPr>
          <a:xfrm xmlns:a="http://schemas.openxmlformats.org/drawingml/2006/main">
            <a:off x="1385046"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0" name="Google Shape;40;p8">
            <a:extLst xmlns:a="http://schemas.openxmlformats.org/drawingml/2006/main">
              <a:ext uri="{FF2B5EF4-FFF2-40B4-BE49-F238E27FC236}">
                <a16:creationId xmlns:a16="http://schemas.microsoft.com/office/drawing/2014/main" id="{64134552-AF91-4C82-B804-E6E8F763C40B}"/>
              </a:ext>
            </a:extLst>
          </p:cNvPr>
          <p:cNvSpPr>
            <a:spLocks xmlns:a="http://schemas.openxmlformats.org/drawingml/2006/main" noGrp="1"/>
          </p:cNvSpPr>
          <p:nvPr>
            <p:ph type="body" idx="2"/>
          </p:nvPr>
        </p:nvSpPr>
        <p:spPr>
          <a:xfrm xmlns:a="http://schemas.openxmlformats.org/drawingml/2006/main">
            <a:off x="6719046"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Layouts/slideLayout6.xml><?xml version="1.0" encoding="utf-8"?>
<p:sldLayout xmlns:p="http://schemas.openxmlformats.org/presentationml/2006/main" matchingName="Comparison">
  <p:cSld name="Comparison">
    <p:spTree>
      <p:nvGrpSpPr>
        <p:cNvPr id="1" name=""/>
        <p:cNvGrpSpPr/>
        <p:nvPr/>
      </p:nvGrpSpPr>
      <p:grpSpPr>
        <a:xfrm xmlns:a="http://schemas.openxmlformats.org/drawingml/2006/main"/>
      </p:grpSpPr>
      <p:sp>
        <p:nvSpPr>
          <p:cNvPr id="42" name="Google Shape;42;p9">
            <a:extLst xmlns:a="http://schemas.openxmlformats.org/drawingml/2006/main">
              <a:ext uri="{FF2B5EF4-FFF2-40B4-BE49-F238E27FC236}">
                <a16:creationId xmlns:a16="http://schemas.microsoft.com/office/drawing/2014/main" id="{5E6A46C5-B68D-4D66-B106-528A244AE516}"/>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9">
            <a:extLst xmlns:a="http://schemas.openxmlformats.org/drawingml/2006/main">
              <a:ext uri="{FF2B5EF4-FFF2-40B4-BE49-F238E27FC236}">
                <a16:creationId xmlns:a16="http://schemas.microsoft.com/office/drawing/2014/main" id="{D1696BB5-0E3A-4188-AB68-490F80C6508F}"/>
              </a:ext>
            </a:extLst>
          </p:cNvPr>
          <p:cNvSpPr>
            <a:spLocks xmlns:a="http://schemas.openxmlformats.org/drawingml/2006/main" noGrp="1"/>
          </p:cNvSpPr>
          <p:nvPr>
            <p:ph type="body" idx="1"/>
          </p:nvPr>
        </p:nvSpPr>
        <p:spPr>
          <a:xfrm xmlns:a="http://schemas.openxmlformats.org/drawingml/2006/main">
            <a:off x="1390769" y="1681163"/>
            <a:ext cx="5157787"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44" name="Google Shape;44;p9">
            <a:extLst xmlns:a="http://schemas.openxmlformats.org/drawingml/2006/main">
              <a:ext uri="{FF2B5EF4-FFF2-40B4-BE49-F238E27FC236}">
                <a16:creationId xmlns:a16="http://schemas.microsoft.com/office/drawing/2014/main" id="{EC72DDED-880B-4566-A658-7ED9545E48DC}"/>
              </a:ext>
            </a:extLst>
          </p:cNvPr>
          <p:cNvSpPr>
            <a:spLocks xmlns:a="http://schemas.openxmlformats.org/drawingml/2006/main" noGrp="1"/>
          </p:cNvSpPr>
          <p:nvPr>
            <p:ph type="body" idx="2"/>
          </p:nvPr>
        </p:nvSpPr>
        <p:spPr>
          <a:xfrm xmlns:a="http://schemas.openxmlformats.org/drawingml/2006/main">
            <a:off x="1390769" y="2505075"/>
            <a:ext cx="5157787"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5" name="Google Shape;45;p9">
            <a:extLst xmlns:a="http://schemas.openxmlformats.org/drawingml/2006/main">
              <a:ext uri="{FF2B5EF4-FFF2-40B4-BE49-F238E27FC236}">
                <a16:creationId xmlns:a16="http://schemas.microsoft.com/office/drawing/2014/main" id="{C89A6CDC-59BC-4616-8238-9C35E40AB761}"/>
              </a:ext>
            </a:extLst>
          </p:cNvPr>
          <p:cNvSpPr>
            <a:spLocks xmlns:a="http://schemas.openxmlformats.org/drawingml/2006/main" noGrp="1"/>
          </p:cNvSpPr>
          <p:nvPr>
            <p:ph type="body" idx="3"/>
          </p:nvPr>
        </p:nvSpPr>
        <p:spPr>
          <a:xfrm xmlns:a="http://schemas.openxmlformats.org/drawingml/2006/main">
            <a:off x="6723181" y="1681163"/>
            <a:ext cx="5183188"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46" name="Google Shape;46;p9">
            <a:extLst xmlns:a="http://schemas.openxmlformats.org/drawingml/2006/main">
              <a:ext uri="{FF2B5EF4-FFF2-40B4-BE49-F238E27FC236}">
                <a16:creationId xmlns:a16="http://schemas.microsoft.com/office/drawing/2014/main" id="{BE47A5E3-4FC4-46B0-8992-63A4DFA733D8}"/>
              </a:ext>
            </a:extLst>
          </p:cNvPr>
          <p:cNvSpPr>
            <a:spLocks xmlns:a="http://schemas.openxmlformats.org/drawingml/2006/main" noGrp="1"/>
          </p:cNvSpPr>
          <p:nvPr>
            <p:ph type="body" idx="4"/>
          </p:nvPr>
        </p:nvSpPr>
        <p:spPr>
          <a:xfrm xmlns:a="http://schemas.openxmlformats.org/drawingml/2006/main">
            <a:off x="6723181" y="2505075"/>
            <a:ext cx="5183188"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D175598D-D033-4CE4-8297-37BB3E3CD0B0}"/>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7.xml><?xml version="1.0" encoding="utf-8"?>
<p:sldLayout xmlns:p="http://schemas.openxmlformats.org/presentationml/2006/main" matchingName="Title Only">
  <p:cSld name="Title Only">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4B0742ED-F6EA-4482-BCF7-3E149E7935B8}"/>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0" name="Google Shape;50;p10">
            <a:extLst xmlns:a="http://schemas.openxmlformats.org/drawingml/2006/main">
              <a:ext uri="{FF2B5EF4-FFF2-40B4-BE49-F238E27FC236}">
                <a16:creationId xmlns:a16="http://schemas.microsoft.com/office/drawing/2014/main" id="{9BF85FED-383C-4C75-BA35-FAF2D80F0A89}"/>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Tree>
  </p:cSld>
</p:sldLayout>
</file>

<file path=ppt/slideLayouts/slideLayout8.xml><?xml version="1.0" encoding="utf-8"?>
<p:sldLayout xmlns:p="http://schemas.openxmlformats.org/presentationml/2006/main" matchingName="Content with Caption">
  <p:cSld name="Content with Caption">
    <p:spTree>
      <p:nvGrpSpPr>
        <p:cNvPr id="1" name=""/>
        <p:cNvGrpSpPr/>
        <p:nvPr/>
      </p:nvGrpSpPr>
      <p:grpSpPr>
        <a:xfrm xmlns:a="http://schemas.openxmlformats.org/drawingml/2006/main"/>
      </p:grpSpPr>
      <p:sp>
        <p:nvSpPr>
          <p:cNvPr id="52" name="Google Shape;52;p11">
            <a:extLst xmlns:a="http://schemas.openxmlformats.org/drawingml/2006/main">
              <a:ext uri="{FF2B5EF4-FFF2-40B4-BE49-F238E27FC236}">
                <a16:creationId xmlns:a16="http://schemas.microsoft.com/office/drawing/2014/main" id="{43C1FCC2-9FFB-434D-9E6A-FA89E36A28D9}"/>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3" name="Google Shape;53;p11">
            <a:extLst xmlns:a="http://schemas.openxmlformats.org/drawingml/2006/main">
              <a:ext uri="{FF2B5EF4-FFF2-40B4-BE49-F238E27FC236}">
                <a16:creationId xmlns:a16="http://schemas.microsoft.com/office/drawing/2014/main" id="{E78FE570-BAB2-4617-9A3F-C780DB39B518}"/>
              </a:ext>
            </a:extLst>
          </p:cNvPr>
          <p:cNvSpPr>
            <a:spLocks xmlns:a="http://schemas.openxmlformats.org/drawingml/2006/main" noGrp="1"/>
          </p:cNvSpPr>
          <p:nvPr>
            <p:ph type="title" idx="0"/>
          </p:nvPr>
        </p:nvSpPr>
        <p:spPr>
          <a:xfrm xmlns:a="http://schemas.openxmlformats.org/drawingml/2006/main">
            <a:off x="1425942" y="111368"/>
            <a:ext cx="3932237" cy="13950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2DBDC573-BEE1-463C-A336-646E4C4FCBEC}"/>
              </a:ext>
            </a:extLst>
          </p:cNvPr>
          <p:cNvSpPr>
            <a:spLocks xmlns:a="http://schemas.openxmlformats.org/drawingml/2006/main" noGrp="1"/>
          </p:cNvSpPr>
          <p:nvPr>
            <p:ph type="body" idx="1"/>
          </p:nvPr>
        </p:nvSpPr>
        <p:spPr>
          <a:xfrm xmlns:a="http://schemas.openxmlformats.org/drawingml/2006/main">
            <a:off x="5769342" y="436440"/>
            <a:ext cx="6172200" cy="4873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CCD75E09-D803-48C6-95A9-7AB6EB849AF4}"/>
              </a:ext>
            </a:extLst>
          </p:cNvPr>
          <p:cNvSpPr>
            <a:spLocks xmlns:a="http://schemas.openxmlformats.org/drawingml/2006/main" noGrp="1"/>
          </p:cNvSpPr>
          <p:nvPr>
            <p:ph type="body" idx="2"/>
          </p:nvPr>
        </p:nvSpPr>
        <p:spPr>
          <a:xfrm xmlns:a="http://schemas.openxmlformats.org/drawingml/2006/main">
            <a:off x="1425942" y="1523206"/>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Tree>
  </p:cSld>
</p:sldLayout>
</file>

<file path=ppt/slideLayouts/slideLayout9.xml><?xml version="1.0" encoding="utf-8"?>
<p:sldLayout xmlns:p="http://schemas.openxmlformats.org/presentationml/2006/main" matchingName="Picture with Caption">
  <p:cSld name="Picture with Caption">
    <p:spTree>
      <p:nvGrpSpPr>
        <p:cNvPr id="1" name=""/>
        <p:cNvGrpSpPr/>
        <p:nvPr/>
      </p:nvGrpSpPr>
      <p:grpSpPr>
        <a:xfrm xmlns:a="http://schemas.openxmlformats.org/drawingml/2006/main"/>
      </p:grpSpPr>
      <p:sp>
        <p:nvSpPr>
          <p:cNvPr id="57" name="Google Shape;57;p12">
            <a:extLst xmlns:a="http://schemas.openxmlformats.org/drawingml/2006/main">
              <a:ext uri="{FF2B5EF4-FFF2-40B4-BE49-F238E27FC236}">
                <a16:creationId xmlns:a16="http://schemas.microsoft.com/office/drawing/2014/main" id="{77DAB282-3964-4F78-8F6A-B74CA5BF75DE}"/>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8" name="Google Shape;58;p12">
            <a:extLst xmlns:a="http://schemas.openxmlformats.org/drawingml/2006/main">
              <a:ext uri="{FF2B5EF4-FFF2-40B4-BE49-F238E27FC236}">
                <a16:creationId xmlns:a16="http://schemas.microsoft.com/office/drawing/2014/main" id="{B1C40593-A31E-4557-A95C-EDC2D238A70A}"/>
              </a:ext>
            </a:extLst>
          </p:cNvPr>
          <p:cNvSpPr>
            <a:spLocks xmlns:a="http://schemas.openxmlformats.org/drawingml/2006/main" noGrp="1"/>
          </p:cNvSpPr>
          <p:nvPr>
            <p:ph type="pic" idx="2"/>
          </p:nvPr>
        </p:nvSpPr>
        <p:spPr>
          <a:xfrm xmlns:a="http://schemas.openxmlformats.org/drawingml/2006/main">
            <a:off x="5524500" y="461169"/>
            <a:ext cx="6172200" cy="4873625"/>
          </a:xfrm>
          <a:prstGeom xmlns:a="http://schemas.openxmlformats.org/drawingml/2006/main" prst="rect">
            <a:avLst/>
          </a:prstGeom>
          <a:noFill xmlns:a="http://schemas.openxmlformats.org/drawingml/2006/main"/>
          <a:ln xmlns:a="http://schemas.openxmlformats.org/drawingml/2006/main">
            <a:noFill/>
          </a:ln>
        </p:spPr>
      </p:sp>
      <p:sp>
        <p:nvSpPr>
          <p:cNvPr id="59" name="Google Shape;59;p12">
            <a:extLst xmlns:a="http://schemas.openxmlformats.org/drawingml/2006/main">
              <a:ext uri="{FF2B5EF4-FFF2-40B4-BE49-F238E27FC236}">
                <a16:creationId xmlns:a16="http://schemas.microsoft.com/office/drawing/2014/main" id="{5B6AFC08-9746-45C4-9DB1-5D3864B2B9E5}"/>
              </a:ext>
            </a:extLst>
          </p:cNvPr>
          <p:cNvSpPr>
            <a:spLocks xmlns:a="http://schemas.openxmlformats.org/drawingml/2006/main" noGrp="1"/>
          </p:cNvSpPr>
          <p:nvPr>
            <p:ph type="title" idx="0"/>
          </p:nvPr>
        </p:nvSpPr>
        <p:spPr>
          <a:xfrm xmlns:a="http://schemas.openxmlformats.org/drawingml/2006/main">
            <a:off x="1425942" y="111368"/>
            <a:ext cx="3932237" cy="13950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0" name="Google Shape;60;p12">
            <a:extLst xmlns:a="http://schemas.openxmlformats.org/drawingml/2006/main">
              <a:ext uri="{FF2B5EF4-FFF2-40B4-BE49-F238E27FC236}">
                <a16:creationId xmlns:a16="http://schemas.microsoft.com/office/drawing/2014/main" id="{329E8377-5617-48E5-B297-77C3DCC1315A}"/>
              </a:ext>
            </a:extLst>
          </p:cNvPr>
          <p:cNvSpPr>
            <a:spLocks xmlns:a="http://schemas.openxmlformats.org/drawingml/2006/main" noGrp="1"/>
          </p:cNvSpPr>
          <p:nvPr>
            <p:ph type="body" idx="1"/>
          </p:nvPr>
        </p:nvSpPr>
        <p:spPr>
          <a:xfrm xmlns:a="http://schemas.openxmlformats.org/drawingml/2006/main">
            <a:off x="1425942" y="1523206"/>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Tree>
  </p:cSld>
</p:sldLayout>
</file>

<file path=ppt/slideLayouts/slideLayout10.xml><?xml version="1.0" encoding="utf-8"?>
<p:sldLayout xmlns:p="http://schemas.openxmlformats.org/presentationml/2006/main" matchingName="Title and Vertical Text">
  <p:cSld name="Title and Vertical Text">
    <p:spTree>
      <p:nvGrpSpPr>
        <p:cNvPr id="1" name=""/>
        <p:cNvGrpSpPr/>
        <p:nvPr/>
      </p:nvGrpSpPr>
      <p:grpSpPr>
        <a:xfrm xmlns:a="http://schemas.openxmlformats.org/drawingml/2006/main"/>
      </p:grpSpPr>
      <p:sp>
        <p:nvSpPr>
          <p:cNvPr id="62" name="Google Shape;62;p13">
            <a:extLst xmlns:a="http://schemas.openxmlformats.org/drawingml/2006/main">
              <a:ext uri="{FF2B5EF4-FFF2-40B4-BE49-F238E27FC236}">
                <a16:creationId xmlns:a16="http://schemas.microsoft.com/office/drawing/2014/main" id="{4CBDF420-F23C-4C25-AFC7-066A0DAEC177}"/>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3" name="Google Shape;63;p13">
            <a:extLst xmlns:a="http://schemas.openxmlformats.org/drawingml/2006/main">
              <a:ext uri="{FF2B5EF4-FFF2-40B4-BE49-F238E27FC236}">
                <a16:creationId xmlns:a16="http://schemas.microsoft.com/office/drawing/2014/main" id="{43354CE0-6BB1-499D-9A5D-E8EA0AB537F4}"/>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EA756745-D98C-46C3-A802-F2C1D58FF36E}"/>
              </a:ext>
            </a:extLst>
          </p:cNvPr>
          <p:cNvSpPr>
            <a:spLocks xmlns:a="http://schemas.openxmlformats.org/drawingml/2006/main" noGrp="1"/>
          </p:cNvSpPr>
          <p:nvPr>
            <p:ph type="body" idx="1"/>
          </p:nvPr>
        </p:nvSpPr>
        <p:spPr>
          <a:xfrm xmlns:a="http://schemas.openxmlformats.org/drawingml/2006/main" rot="-5400000">
            <a:off x="4811568" y="-1715335"/>
            <a:ext cx="3115711" cy="99687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Layouts/slideLayout11.xml><?xml version="1.0" encoding="utf-8"?>
<p:sldLayout xmlns:p="http://schemas.openxmlformats.org/presentationml/2006/main" matchingName="Vertical Title and Text">
  <p:cSld name="Vertical Title and Text">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FBF48C18-EA57-4616-A836-882DECCC9A6D}"/>
              </a:ext>
            </a:extLst>
          </p:cNvPr>
          <p:cNvSpPr>
            <a:spLocks xmlns:a="http://schemas.openxmlformats.org/drawingml/2006/main" noGrp="1"/>
          </p:cNvSpPr>
          <p:nvPr>
            <p:ph type="sldNum" idx="12"/>
          </p:nvPr>
        </p:nvSpPr>
        <p:spPr>
          <a:xfrm xmlns:a="http://schemas.openxmlformats.org/drawingml/2006/main">
            <a:off x="3626222"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7" name="Google Shape;67;p14">
            <a:extLst xmlns:a="http://schemas.openxmlformats.org/drawingml/2006/main">
              <a:ext uri="{FF2B5EF4-FFF2-40B4-BE49-F238E27FC236}">
                <a16:creationId xmlns:a16="http://schemas.microsoft.com/office/drawing/2014/main" id="{56A89D7A-D585-4CD3-A6A9-0FEB646AA077}"/>
              </a:ext>
            </a:extLst>
          </p:cNvPr>
          <p:cNvSpPr>
            <a:spLocks xmlns:a="http://schemas.openxmlformats.org/drawingml/2006/main" noGrp="1"/>
          </p:cNvSpPr>
          <p:nvPr>
            <p:ph type="title" idx="0"/>
          </p:nvPr>
        </p:nvSpPr>
        <p:spPr>
          <a:xfrm xmlns:a="http://schemas.openxmlformats.org/drawingml/2006/main" rot="-5400000">
            <a:off x="-349050" y="1956594"/>
            <a:ext cx="5811838"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72DB2B30-C432-4B03-85C2-F0FB35CA30FE}"/>
              </a:ext>
            </a:extLst>
          </p:cNvPr>
          <p:cNvSpPr>
            <a:spLocks xmlns:a="http://schemas.openxmlformats.org/drawingml/2006/main" noGrp="1"/>
          </p:cNvSpPr>
          <p:nvPr>
            <p:ph type="body" idx="1"/>
          </p:nvPr>
        </p:nvSpPr>
        <p:spPr>
          <a:xfrm xmlns:a="http://schemas.openxmlformats.org/drawingml/2006/main" rot="-5400000">
            <a:off x="4995118" y="-596106"/>
            <a:ext cx="5811838"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8836c2cbf6b54119" /><Relationship Type="http://schemas.openxmlformats.org/officeDocument/2006/relationships/image" Target="/ppt/media/image2.png" Id="R2f59b13b27d54351" /><Relationship Type="http://schemas.openxmlformats.org/officeDocument/2006/relationships/image" Target="/ppt/media/image3.png" Id="Rb30078a3b6544021" /><Relationship Type="http://schemas.openxmlformats.org/officeDocument/2006/relationships/image" Target="/ppt/media/image4.png" Id="Rc1a329d18e3046e0" /><Relationship Type="http://schemas.openxmlformats.org/officeDocument/2006/relationships/theme" Target="/ppt/slideMasters/theme/theme2.xml" Id="Rdf2527dd412e4ffd" /><Relationship Type="http://schemas.openxmlformats.org/officeDocument/2006/relationships/slideLayout" Target="/ppt/slideLayouts/slideLayout1.xml" Id="Ra489227470e24dad" /><Relationship Type="http://schemas.openxmlformats.org/officeDocument/2006/relationships/slideLayout" Target="/ppt/slideLayouts/slideLayout2.xml" Id="R5ddb72af7265412e" /><Relationship Type="http://schemas.openxmlformats.org/officeDocument/2006/relationships/slideLayout" Target="/ppt/slideLayouts/slideLayout3.xml" Id="Re7fd9307af2445af" /><Relationship Type="http://schemas.openxmlformats.org/officeDocument/2006/relationships/slideLayout" Target="/ppt/slideLayouts/slideLayout4.xml" Id="Rdcf86c8553204476" /><Relationship Type="http://schemas.openxmlformats.org/officeDocument/2006/relationships/slideLayout" Target="/ppt/slideLayouts/slideLayout5.xml" Id="R7ddfc3da0f9143d5" /><Relationship Type="http://schemas.openxmlformats.org/officeDocument/2006/relationships/slideLayout" Target="/ppt/slideLayouts/slideLayout6.xml" Id="R0ff194331e694b14" /><Relationship Type="http://schemas.openxmlformats.org/officeDocument/2006/relationships/slideLayout" Target="/ppt/slideLayouts/slideLayout7.xml" Id="R2abca1ef203140ff" /><Relationship Type="http://schemas.openxmlformats.org/officeDocument/2006/relationships/slideLayout" Target="/ppt/slideLayouts/slideLayout8.xml" Id="Rf3a0910e2e2c4f4c" /><Relationship Type="http://schemas.openxmlformats.org/officeDocument/2006/relationships/slideLayout" Target="/ppt/slideLayouts/slideLayout9.xml" Id="Rfa1640cffdf44aa9" /><Relationship Type="http://schemas.openxmlformats.org/officeDocument/2006/relationships/slideLayout" Target="/ppt/slideLayouts/slideLayout10.xml" Id="Ra039754299024e42" /><Relationship Type="http://schemas.openxmlformats.org/officeDocument/2006/relationships/slideLayout" Target="/ppt/slideLayouts/slideLayout11.xml" Id="R2a6c7b58368a43b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pic>
        <p:nvPicPr>
          <p:cNvPr id="25" name="Google Shape;10;p3"/>
          <p:cNvPicPr>
            <a:picLocks xmlns:a="http://schemas.openxmlformats.org/drawingml/2006/main" noChangeAspect="1"/>
          </p:cNvPicPr>
          <p:nvPr/>
        </p:nvPicPr>
        <p:blipFill rotWithShape="1">
          <a:blip xmlns:r="http://schemas.openxmlformats.org/officeDocument/2006/relationships" xmlns:a="http://schemas.openxmlformats.org/drawingml/2006/main" r:embed="R8836c2cbf6b54119">
            <a:alphaModFix/>
          </a:blip>
          <a:srcRect xmlns:a="http://schemas.openxmlformats.org/drawingml/2006/main" l="0" t="0" r="0" b="0"/>
          <a:stretch xmlns:a="http://schemas.openxmlformats.org/drawingml/2006/main"/>
        </p:blipFill>
        <p:spPr>
          <a:xfrm xmlns:a="http://schemas.openxmlformats.org/drawingml/2006/main">
            <a:off x="8895" y="-13238"/>
            <a:ext cx="12187064" cy="6855223"/>
          </a:xfrm>
          <a:prstGeom xmlns:a="http://schemas.openxmlformats.org/drawingml/2006/main" prst="rect">
            <a:avLst/>
          </a:prstGeom>
          <a:ln xmlns:a="http://schemas.openxmlformats.org/drawingml/2006/main">
            <a:noFill/>
          </a:ln>
        </p:spPr>
      </p:pic>
      <p:pic>
        <p:nvPicPr>
          <p:cNvPr id="26" name="Google Shape;11;p3"/>
          <p:cNvPicPr>
            <a:picLocks xmlns:a="http://schemas.openxmlformats.org/drawingml/2006/main" noChangeAspect="1"/>
          </p:cNvPicPr>
          <p:nvPr/>
        </p:nvPicPr>
        <p:blipFill rotWithShape="1">
          <a:blip xmlns:r="http://schemas.openxmlformats.org/officeDocument/2006/relationships" xmlns:a="http://schemas.openxmlformats.org/drawingml/2006/main" r:embed="R2f59b13b27d54351">
            <a:alphaModFix/>
          </a:blip>
          <a:srcRect xmlns:a="http://schemas.openxmlformats.org/drawingml/2006/main" l="0" t="0" r="0" b="0"/>
          <a:stretch xmlns:a="http://schemas.openxmlformats.org/drawingml/2006/main"/>
        </p:blipFill>
        <p:spPr>
          <a:xfrm xmlns:a="http://schemas.openxmlformats.org/drawingml/2006/main">
            <a:off x="-5767" y="-26076"/>
            <a:ext cx="1427426" cy="6851644"/>
          </a:xfrm>
          <a:prstGeom xmlns:a="http://schemas.openxmlformats.org/drawingml/2006/main" prst="rect">
            <a:avLst/>
          </a:prstGeom>
          <a:ln xmlns:a="http://schemas.openxmlformats.org/drawingml/2006/main">
            <a:noFill/>
          </a:ln>
        </p:spPr>
      </p:pic>
      <p:sp>
        <p:nvSpPr>
          <p:cNvPr id="12" name="Google Shape;12;p3">
            <a:extLst xmlns:a="http://schemas.openxmlformats.org/drawingml/2006/main">
              <a:ext uri="{FF2B5EF4-FFF2-40B4-BE49-F238E27FC236}">
                <a16:creationId xmlns:a16="http://schemas.microsoft.com/office/drawing/2014/main" id="{F6A8F516-A0DF-46E8-9108-AD005596D6AA}"/>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6F84ED30-7A2F-432A-9E30-9893322D62D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3">
            <a:extLst xmlns:a="http://schemas.openxmlformats.org/drawingml/2006/main">
              <a:ext uri="{FF2B5EF4-FFF2-40B4-BE49-F238E27FC236}">
                <a16:creationId xmlns:a16="http://schemas.microsoft.com/office/drawing/2014/main" id="{3F9CE239-E2EA-4EC7-8F0A-BFFE22E6E2A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3">
            <a:extLst xmlns:a="http://schemas.openxmlformats.org/drawingml/2006/main">
              <a:ext uri="{FF2B5EF4-FFF2-40B4-BE49-F238E27FC236}">
                <a16:creationId xmlns:a16="http://schemas.microsoft.com/office/drawing/2014/main" id="{737A7C4C-27BC-4E28-A6F5-11C59C07EB05}"/>
              </a:ext>
            </a:extLst>
          </p:cNvPr>
          <p:cNvSpPr>
            <a:spLocks xmlns:a="http://schemas.openxmlformats.org/drawingml/2006/main" noGrp="1"/>
          </p:cNvSpPr>
          <p:nvPr/>
        </p:nvSpPr>
        <p:spPr>
          <a:xfrm xmlns:a="http://schemas.openxmlformats.org/drawingml/2006/main">
            <a:off x="0" y="6356350"/>
            <a:ext cx="12192000" cy="501650"/>
          </a:xfrm>
          <a:prstGeom xmlns:a="http://schemas.openxmlformats.org/drawingml/2006/main" prst="rect">
            <a:avLst/>
          </a:prstGeom>
          <a:solidFill xmlns:a="http://schemas.openxmlformats.org/drawingml/2006/main">
            <a:schemeClr val="accent3"/>
          </a:solidFill>
          <a:ln xmlns:a="http://schemas.openxmlformats.org/drawingml/2006/main" w="12700" cmpd="sng">
            <a:solidFill>
              <a:srgbClr val="A1A1A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b30078a3b6544021">
            <a:alphaModFix/>
          </a:blip>
          <a:srcRect xmlns:a="http://schemas.openxmlformats.org/drawingml/2006/main" l="0" t="0" r="0" b="0"/>
          <a:stretch xmlns:a="http://schemas.openxmlformats.org/drawingml/2006/main"/>
        </p:blipFill>
        <p:spPr>
          <a:xfrm xmlns:a="http://schemas.openxmlformats.org/drawingml/2006/main">
            <a:off x="8849565" y="6463058"/>
            <a:ext cx="2961435" cy="295275"/>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24374DC7-3AC7-47A1-9D85-E017D8974069}"/>
              </a:ext>
            </a:extLst>
          </p:cNvPr>
          <p:cNvSpPr>
            <a:spLocks xmlns:a="http://schemas.openxmlformats.org/drawingml/2006/main" noGrp="1"/>
          </p:cNvSpPr>
          <p:nvPr/>
        </p:nvSpPr>
        <p:spPr>
          <a:xfrm xmlns:a="http://schemas.openxmlformats.org/drawingml/2006/main">
            <a:off x="2309446" y="-369332"/>
            <a:ext cx="184731"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15025DAA-82E3-4BA9-B514-D9A2BB0BF71C}"/>
              </a:ext>
            </a:extLst>
          </p:cNvPr>
          <p:cNvSpPr>
            <a:spLocks xmlns:a="http://schemas.openxmlformats.org/drawingml/2006/main" noGrp="1"/>
          </p:cNvSpPr>
          <p:nvPr/>
        </p:nvSpPr>
        <p:spPr>
          <a:xfrm xmlns:a="http://schemas.openxmlformats.org/drawingml/2006/main">
            <a:off x="3364523" y="-398585"/>
            <a:ext cx="184731"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8D2FF2BF-9879-440F-9239-9243EDA39972}"/>
              </a:ext>
            </a:extLst>
          </p:cNvPr>
          <p:cNvSpPr>
            <a:spLocks xmlns:a="http://schemas.openxmlformats.org/drawingml/2006/main" noGrp="1"/>
          </p:cNvSpPr>
          <p:nvPr>
            <p:ph type="title" idx="0"/>
          </p:nvPr>
        </p:nvSpPr>
        <p:spPr>
          <a:xfrm xmlns:a="http://schemas.openxmlformats.org/drawingml/2006/main">
            <a:off x="1385046" y="115144"/>
            <a:ext cx="9968753"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alibri"/>
              <a:buNone/>
              <a:defRPr sz="4400" b="1"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A4AF8A62-FF65-47D4-AA6C-55896E845D6E}"/>
              </a:ext>
            </a:extLst>
          </p:cNvPr>
          <p:cNvSpPr>
            <a:spLocks xmlns:a="http://schemas.openxmlformats.org/drawingml/2006/main" noGrp="1"/>
          </p:cNvSpPr>
          <p:nvPr>
            <p:ph type="body" idx="1"/>
          </p:nvPr>
        </p:nvSpPr>
        <p:spPr>
          <a:xfrm xmlns:a="http://schemas.openxmlformats.org/drawingml/2006/main">
            <a:off x="1385046" y="1711187"/>
            <a:ext cx="9968754" cy="31157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9pPr>
          </a:lstStyle>
          <a:p xmlns:a="http://schemas.openxmlformats.org/drawingml/2006/main"/>
        </p:txBody>
      </p:sp>
      <p:pic>
        <p:nvPicPr>
          <p:cNvPr id="36" name="Google Shape;21;p3"/>
          <p:cNvPicPr>
            <a:picLocks xmlns:a="http://schemas.openxmlformats.org/drawingml/2006/main" noChangeAspect="1"/>
          </p:cNvPicPr>
          <p:nvPr/>
        </p:nvPicPr>
        <p:blipFill rotWithShape="1">
          <a:blip xmlns:r="http://schemas.openxmlformats.org/officeDocument/2006/relationships" xmlns:a="http://schemas.openxmlformats.org/drawingml/2006/main" r:embed="Rc1a329d18e3046e0">
            <a:alphaModFix/>
          </a:blip>
          <a:srcRect xmlns:a="http://schemas.openxmlformats.org/drawingml/2006/main" l="0" t="0" r="0" b="0"/>
          <a:stretch xmlns:a="http://schemas.openxmlformats.org/drawingml/2006/main"/>
        </p:blipFill>
        <p:spPr>
          <a:xfrm xmlns:a="http://schemas.openxmlformats.org/drawingml/2006/main">
            <a:off x="241300" y="6365874"/>
            <a:ext cx="793750" cy="47624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489227470e24dad"/>
    <p:sldLayoutId xmlns:r="http://schemas.openxmlformats.org/officeDocument/2006/relationships" id="2147483650" r:id="R5ddb72af7265412e"/>
    <p:sldLayoutId xmlns:r="http://schemas.openxmlformats.org/officeDocument/2006/relationships" id="2147483651" r:id="Re7fd9307af2445af"/>
    <p:sldLayoutId xmlns:r="http://schemas.openxmlformats.org/officeDocument/2006/relationships" id="2147483652" r:id="Rdcf86c8553204476"/>
    <p:sldLayoutId xmlns:r="http://schemas.openxmlformats.org/officeDocument/2006/relationships" id="2147483653" r:id="R7ddfc3da0f9143d5"/>
    <p:sldLayoutId xmlns:r="http://schemas.openxmlformats.org/officeDocument/2006/relationships" id="2147483654" r:id="R0ff194331e694b14"/>
    <p:sldLayoutId xmlns:r="http://schemas.openxmlformats.org/officeDocument/2006/relationships" id="2147483655" r:id="R2abca1ef203140ff"/>
    <p:sldLayoutId xmlns:r="http://schemas.openxmlformats.org/officeDocument/2006/relationships" id="2147483656" r:id="Rf3a0910e2e2c4f4c"/>
    <p:sldLayoutId xmlns:r="http://schemas.openxmlformats.org/officeDocument/2006/relationships" id="2147483657" r:id="Rfa1640cffdf44aa9"/>
    <p:sldLayoutId xmlns:r="http://schemas.openxmlformats.org/officeDocument/2006/relationships" id="2147483658" r:id="Ra039754299024e42"/>
    <p:sldLayoutId xmlns:r="http://schemas.openxmlformats.org/officeDocument/2006/relationships" id="2147483659" r:id="R2a6c7b58368a43b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6fc31e6e954027" /><Relationship Type="http://schemas.openxmlformats.org/officeDocument/2006/relationships/image" Target="/ppt/media/image5.png" Id="Rd384c8cfcd3a4845" /><Relationship Type="http://schemas.openxmlformats.org/officeDocument/2006/relationships/image" Target="/ppt/media/image6.png" Id="Rbc93a946636f497b" /><Relationship Type="http://schemas.openxmlformats.org/officeDocument/2006/relationships/image" Target="/ppt/media/image7.png" Id="R80e252be4c374668" /><Relationship Type="http://schemas.openxmlformats.org/officeDocument/2006/relationships/notesSlide" Target="/ppt/notesSlides/notesSlide1.xml" Id="Re6e9882f51b14d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61ebfa273a34855" /><Relationship Type="http://schemas.openxmlformats.org/officeDocument/2006/relationships/image" Target="/ppt/media/image8.png" Id="R0fe747fc7d1e46b9" /><Relationship Type="http://schemas.openxmlformats.org/officeDocument/2006/relationships/notesSlide" Target="/ppt/notesSlides/notesSlide2.xml" Id="Rd16b3aad28b24b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e14b471c7d448fa" /><Relationship Type="http://schemas.openxmlformats.org/officeDocument/2006/relationships/notesSlide" Target="/ppt/notesSlides/notesSlide3.xml" Id="R3fdfd1f3fc0d49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8414d2a3d74426c" /><Relationship Type="http://schemas.openxmlformats.org/officeDocument/2006/relationships/image" Target="/ppt/media/image9.png" Id="Re37d5ebd0f2345c8" /><Relationship Type="http://schemas.openxmlformats.org/officeDocument/2006/relationships/image" Target="/ppt/media/image10.png" Id="R19aa14f5baed4bad" /><Relationship Type="http://schemas.openxmlformats.org/officeDocument/2006/relationships/notesSlide" Target="/ppt/notesSlides/notesSlide4.xml" Id="R8ef8b204cc7f41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cc3a1a7d7994919" /><Relationship Type="http://schemas.openxmlformats.org/officeDocument/2006/relationships/image" Target="/ppt/media/image11.png" Id="R657f541a16b342a2" /><Relationship Type="http://schemas.openxmlformats.org/officeDocument/2006/relationships/notesSlide" Target="/ppt/notesSlides/notesSlide5.xml" Id="R0e20edb13d0d4e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4af4fcfacba416f" /><Relationship Type="http://schemas.openxmlformats.org/officeDocument/2006/relationships/notesSlide" Target="/ppt/notesSlides/notesSlide6.xml" Id="R623cfdde295248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9c19fc8852447ac" /><Relationship Type="http://schemas.openxmlformats.org/officeDocument/2006/relationships/image" Target="/ppt/media/image12.png" Id="Ra59094eaf3cc4606" /><Relationship Type="http://schemas.openxmlformats.org/officeDocument/2006/relationships/notesSlide" Target="/ppt/notesSlides/notesSlide7.xml" Id="Rca037b5fb53d4a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590640fd01849f6" /><Relationship Type="http://schemas.openxmlformats.org/officeDocument/2006/relationships/image" Target="/ppt/media/image13.png" Id="R56f02721c8e744e2" /><Relationship Type="http://schemas.openxmlformats.org/officeDocument/2006/relationships/notesSlide" Target="/ppt/notesSlides/notesSlide8.xml" Id="Rebb26d57040c42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9bc59c8ecef48c2" /><Relationship Type="http://schemas.openxmlformats.org/officeDocument/2006/relationships/image" Target="/ppt/media/image14.png" Id="Rbeef18ff5dc3444d" /><Relationship Type="http://schemas.openxmlformats.org/officeDocument/2006/relationships/image" Target="/ppt/media/image15.png" Id="R83d8a3f5cfee4b69" /><Relationship Type="http://schemas.openxmlformats.org/officeDocument/2006/relationships/notesSlide" Target="/ppt/notesSlides/notesSlide9.xml" Id="Redf2018b73d54b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1cf08418f940f3" /><Relationship Type="http://schemas.openxmlformats.org/officeDocument/2006/relationships/image" Target="/ppt/media/image5.png" Id="R1759ce9b3a784929" /><Relationship Type="http://schemas.openxmlformats.org/officeDocument/2006/relationships/image" Target="/ppt/media/image6.png" Id="R972d44246d3946f6" /><Relationship Type="http://schemas.openxmlformats.org/officeDocument/2006/relationships/image" Target="/ppt/media/image7.png" Id="R0a14e099664f4d05" /><Relationship Type="http://schemas.openxmlformats.org/officeDocument/2006/relationships/image" Target="/ppt/media/image.gif" Id="Rddd19e7c0699458b" /><Relationship Type="http://schemas.openxmlformats.org/officeDocument/2006/relationships/notesSlide" Target="/ppt/notesSlides/notesSlide10.xml" Id="R871ca4d7c8f94c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b4cacfaa324c6e" /><Relationship Type="http://schemas.openxmlformats.org/officeDocument/2006/relationships/image" Target="/ppt/media/image16.png" Id="R8256ae07295546a5" /><Relationship Type="http://schemas.openxmlformats.org/officeDocument/2006/relationships/image" Target="/ppt/media/image17.png" Id="R4bc44879010e4f96" /><Relationship Type="http://schemas.openxmlformats.org/officeDocument/2006/relationships/image" Target="/ppt/media/image18.png" Id="R7d11cda023224152" /><Relationship Type="http://schemas.openxmlformats.org/officeDocument/2006/relationships/image" Target="/ppt/media/image19.png" Id="R9d7c4cc5f4d24c44" /><Relationship Type="http://schemas.openxmlformats.org/officeDocument/2006/relationships/notesSlide" Target="/ppt/notesSlides/notesSlide11.xml" Id="R8610960ba90a4a5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4" name="Google Shape;74;p15">
            <a:extLst xmlns:a="http://schemas.openxmlformats.org/drawingml/2006/main">
              <a:ext uri="{FF2B5EF4-FFF2-40B4-BE49-F238E27FC236}">
                <a16:creationId xmlns:a16="http://schemas.microsoft.com/office/drawing/2014/main" id="{5B31CBAE-14B2-46DD-97C7-84E251E34148}"/>
              </a:ext>
            </a:extLst>
          </p:cNvPr>
          <p:cNvSpPr>
            <a:spLocks xmlns:a="http://schemas.openxmlformats.org/drawingml/2006/main" noGrp="1"/>
          </p:cNvSpPr>
          <p:nvPr/>
        </p:nvSpPr>
        <p:spPr>
          <a:xfrm xmlns:a="http://schemas.openxmlformats.org/drawingml/2006/main">
            <a:off x="1253110" y="-11608"/>
            <a:ext cx="10938889" cy="636668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400" b="0" i="0" u="none" cap="none">
              <a:solidFill>
                <a:schemeClr val="dk1"/>
              </a:solidFill>
              <a:latin typeface="Arial"/>
              <a:ea typeface="Arial"/>
              <a:cs typeface="Arial"/>
            </a:endParaRPr>
          </a:p>
        </p:txBody>
      </p:sp>
      <p:pic>
        <p:nvPicPr>
          <p:cNvPr id="87" name="Google Shape;75;p15"/>
          <p:cNvPicPr>
            <a:picLocks xmlns:a="http://schemas.openxmlformats.org/drawingml/2006/main" noChangeAspect="1"/>
          </p:cNvPicPr>
          <p:nvPr/>
        </p:nvPicPr>
        <p:blipFill rotWithShape="1">
          <a:blip xmlns:r="http://schemas.openxmlformats.org/officeDocument/2006/relationships" xmlns:a="http://schemas.openxmlformats.org/drawingml/2006/main" r:embed="Rd384c8cfcd3a4845">
            <a:alphaModFix/>
          </a:blip>
          <a:srcRect xmlns:a="http://schemas.openxmlformats.org/drawingml/2006/main" l="0" t="0" r="0" b="0"/>
          <a:stretch xmlns:a="http://schemas.openxmlformats.org/drawingml/2006/main"/>
        </p:blipFill>
        <p:spPr>
          <a:xfrm xmlns:a="http://schemas.openxmlformats.org/drawingml/2006/main">
            <a:off x="1243966" y="0"/>
            <a:ext cx="3291840" cy="850392"/>
          </a:xfrm>
          <a:prstGeom xmlns:a="http://schemas.openxmlformats.org/drawingml/2006/main" prst="rect">
            <a:avLst/>
          </a:prstGeom>
          <a:ln xmlns:a="http://schemas.openxmlformats.org/drawingml/2006/main">
            <a:noFill/>
          </a:ln>
        </p:spPr>
      </p:pic>
      <p:pic>
        <p:nvPicPr>
          <p:cNvPr id="88" name="Google Shape;76;p15"/>
          <p:cNvPicPr>
            <a:picLocks xmlns:a="http://schemas.openxmlformats.org/drawingml/2006/main" noChangeAspect="1"/>
          </p:cNvPicPr>
          <p:nvPr/>
        </p:nvPicPr>
        <p:blipFill rotWithShape="1">
          <a:blip xmlns:r="http://schemas.openxmlformats.org/officeDocument/2006/relationships" xmlns:a="http://schemas.openxmlformats.org/drawingml/2006/main" r:embed="Rbc93a946636f497b">
            <a:alphaModFix/>
          </a:blip>
          <a:srcRect xmlns:a="http://schemas.openxmlformats.org/drawingml/2006/main" l="0" t="11449" r="0" b="24267"/>
          <a:stretch xmlns:a="http://schemas.openxmlformats.org/drawingml/2006/main"/>
        </p:blipFill>
        <p:spPr>
          <a:xfrm xmlns:a="http://schemas.openxmlformats.org/drawingml/2006/main">
            <a:off x="9191175" y="0"/>
            <a:ext cx="3000824" cy="1007625"/>
          </a:xfrm>
          <a:prstGeom xmlns:a="http://schemas.openxmlformats.org/drawingml/2006/main" prst="rect">
            <a:avLst/>
          </a:prstGeom>
          <a:ln xmlns:a="http://schemas.openxmlformats.org/drawingml/2006/main">
            <a:noFill/>
          </a:ln>
        </p:spPr>
      </p:pic>
      <p:pic>
        <p:nvPicPr>
          <p:cNvPr id="89" name="Google Shape;77;p15"/>
          <p:cNvPicPr>
            <a:picLocks xmlns:a="http://schemas.openxmlformats.org/drawingml/2006/main" noChangeAspect="1"/>
          </p:cNvPicPr>
          <p:nvPr/>
        </p:nvPicPr>
        <p:blipFill rotWithShape="1">
          <a:blip xmlns:r="http://schemas.openxmlformats.org/officeDocument/2006/relationships" xmlns:a="http://schemas.openxmlformats.org/drawingml/2006/main" r:embed="R80e252be4c374668">
            <a:alphaModFix/>
          </a:blip>
          <a:srcRect xmlns:a="http://schemas.openxmlformats.org/drawingml/2006/main" l="0" t="0" r="0" b="0"/>
          <a:stretch xmlns:a="http://schemas.openxmlformats.org/drawingml/2006/main"/>
        </p:blipFill>
        <p:spPr>
          <a:xfrm xmlns:a="http://schemas.openxmlformats.org/drawingml/2006/main">
            <a:off x="0" y="6457950"/>
            <a:ext cx="12191999" cy="469353"/>
          </a:xfrm>
          <a:prstGeom xmlns:a="http://schemas.openxmlformats.org/drawingml/2006/main" prst="rect">
            <a:avLst/>
          </a:prstGeom>
          <a:ln xmlns:a="http://schemas.openxmlformats.org/drawingml/2006/main">
            <a:noFill/>
          </a:ln>
        </p:spPr>
      </p:pic>
      <p:sp>
        <p:nvSpPr>
          <p:cNvPr id="78" name="Google Shape;78;p15">
            <a:extLst xmlns:a="http://schemas.openxmlformats.org/drawingml/2006/main">
              <a:ext uri="{FF2B5EF4-FFF2-40B4-BE49-F238E27FC236}">
                <a16:creationId xmlns:a16="http://schemas.microsoft.com/office/drawing/2014/main" id="{D0C8F577-7B84-4A2A-819B-C10996F41201}"/>
              </a:ext>
            </a:extLst>
          </p:cNvPr>
          <p:cNvSpPr>
            <a:spLocks xmlns:a="http://schemas.openxmlformats.org/drawingml/2006/main" noGrp="1"/>
          </p:cNvSpPr>
          <p:nvPr/>
        </p:nvSpPr>
        <p:spPr>
          <a:xfrm xmlns:a="http://schemas.openxmlformats.org/drawingml/2006/main">
            <a:off x="1627925" y="1433750"/>
            <a:ext cx="9949800" cy="143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100"/>
              <a:buFont typeface="Arial"/>
              <a:buNone/>
            </a:pPr>
            <a:r>
              <a:rPr sz="4100" b="1" i="0" u="none" cap="none">
                <a:solidFill>
                  <a:schemeClr val="dk1"/>
                </a:solidFill>
                <a:latin typeface="Georgia"/>
                <a:ea typeface="Georgia"/>
                <a:cs typeface="Georgia"/>
              </a:rPr>
              <a:t>Grounded CAD: Natural-Language Editing of STEP Models</a:t>
            </a:r>
            <a:endParaRPr sz="4100" b="1" i="0" u="none" cap="none">
              <a:solidFill>
                <a:schemeClr val="dk1"/>
              </a:solidFill>
              <a:latin typeface="Georgia"/>
              <a:ea typeface="Georgia"/>
              <a:cs typeface="Georgia"/>
            </a:endParaRPr>
          </a:p>
        </p:txBody>
      </p:sp>
      <p:sp>
        <p:nvSpPr>
          <p:cNvPr id="79" name="Google Shape;79;p15">
            <a:extLst xmlns:a="http://schemas.openxmlformats.org/drawingml/2006/main">
              <a:ext uri="{FF2B5EF4-FFF2-40B4-BE49-F238E27FC236}">
                <a16:creationId xmlns:a16="http://schemas.microsoft.com/office/drawing/2014/main" id="{E3A68D4C-B0CE-4663-9E34-CAF0EE63E63B}"/>
              </a:ext>
            </a:extLst>
          </p:cNvPr>
          <p:cNvSpPr>
            <a:spLocks xmlns:a="http://schemas.openxmlformats.org/drawingml/2006/main" noGrp="1"/>
          </p:cNvSpPr>
          <p:nvPr/>
        </p:nvSpPr>
        <p:spPr>
          <a:xfrm xmlns:a="http://schemas.openxmlformats.org/drawingml/2006/main">
            <a:off x="4718675" y="2828475"/>
            <a:ext cx="3768300" cy="58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800"/>
              <a:buFont typeface="Arial"/>
              <a:buNone/>
            </a:pPr>
            <a:r>
              <a:rPr sz="2800" b="1" i="0" u="none" cap="none">
                <a:solidFill>
                  <a:schemeClr val="dk1"/>
                </a:solidFill>
                <a:latin typeface="Georgia"/>
                <a:ea typeface="Georgia"/>
                <a:cs typeface="Georgia"/>
              </a:rPr>
              <a:t>Team: Night_Owls</a:t>
            </a:r>
            <a:endParaRPr sz="2800" b="0" i="0" u="none" cap="none">
              <a:solidFill>
                <a:schemeClr val="dk1"/>
              </a:solidFill>
              <a:latin typeface="Georgia"/>
              <a:ea typeface="Georgia"/>
              <a:cs typeface="Georgia"/>
            </a:endParaRPr>
          </a:p>
        </p:txBody>
      </p:sp>
      <p:sp>
        <p:nvSpPr>
          <p:cNvPr id="80" name="Google Shape;80;p15">
            <a:extLst xmlns:a="http://schemas.openxmlformats.org/drawingml/2006/main">
              <a:ext uri="{FF2B5EF4-FFF2-40B4-BE49-F238E27FC236}">
                <a16:creationId xmlns:a16="http://schemas.microsoft.com/office/drawing/2014/main" id="{B0B42142-53EC-401F-B000-039501780719}"/>
              </a:ext>
            </a:extLst>
          </p:cNvPr>
          <p:cNvSpPr>
            <a:spLocks xmlns:a="http://schemas.openxmlformats.org/drawingml/2006/main" noGrp="1"/>
          </p:cNvSpPr>
          <p:nvPr/>
        </p:nvSpPr>
        <p:spPr>
          <a:xfrm xmlns:a="http://schemas.openxmlformats.org/drawingml/2006/main">
            <a:off x="1027297" y="3683278"/>
            <a:ext cx="5596200" cy="168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1" i="0" u="none" cap="none">
                <a:solidFill>
                  <a:schemeClr val="dk1"/>
                </a:solidFill>
                <a:latin typeface="Arial"/>
                <a:ea typeface="Arial"/>
                <a:cs typeface="Arial"/>
              </a:rPr>
              <a:t>Reiki Tanaya Karuka</a:t>
            </a:r>
            <a:endParaRPr sz="2100" b="1"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Department of Mechanical engineering</a:t>
            </a:r>
            <a:endParaRPr sz="2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rkaruka@mtu.edu </a:t>
            </a:r>
            <a:r>
              <a:rPr sz="2100" b="0" i="0" u="none" cap="none">
                <a:solidFill>
                  <a:schemeClr val="dk1"/>
                </a:solidFill>
                <a:latin typeface="Georgia"/>
                <a:ea typeface="Georgia"/>
                <a:cs typeface="Georgia"/>
              </a:rPr>
              <a:t>   </a:t>
            </a:r>
            <a:endParaRPr sz="2100" b="0" i="0" u="none" cap="none">
              <a:solidFill>
                <a:schemeClr val="dk1"/>
              </a:solidFill>
              <a:latin typeface="Georgia"/>
              <a:ea typeface="Georgia"/>
              <a:cs typeface="Georgia"/>
            </a:endParaRPr>
          </a:p>
        </p:txBody>
      </p:sp>
      <p:sp>
        <p:nvSpPr>
          <p:cNvPr id="81" name="Google Shape;81;p15">
            <a:extLst xmlns:a="http://schemas.openxmlformats.org/drawingml/2006/main">
              <a:ext uri="{FF2B5EF4-FFF2-40B4-BE49-F238E27FC236}">
                <a16:creationId xmlns:a16="http://schemas.microsoft.com/office/drawing/2014/main" id="{825390EE-8D26-4B9F-B4C4-638AA3F7EDC2}"/>
              </a:ext>
            </a:extLst>
          </p:cNvPr>
          <p:cNvSpPr>
            <a:spLocks xmlns:a="http://schemas.openxmlformats.org/drawingml/2006/main" noGrp="1"/>
          </p:cNvSpPr>
          <p:nvPr/>
        </p:nvSpPr>
        <p:spPr>
          <a:xfrm xmlns:a="http://schemas.openxmlformats.org/drawingml/2006/main">
            <a:off x="6392925" y="3683288"/>
            <a:ext cx="5596200" cy="168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1" i="0" u="none" cap="none">
                <a:solidFill>
                  <a:schemeClr val="dk1"/>
                </a:solidFill>
                <a:latin typeface="Arial"/>
                <a:ea typeface="Arial"/>
                <a:cs typeface="Arial"/>
              </a:rPr>
              <a:t>Lenin Goud</a:t>
            </a:r>
            <a:endParaRPr sz="2100" b="1"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Department of Computer Science</a:t>
            </a:r>
            <a:endParaRPr sz="2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Lathikam@mtu.edu</a:t>
            </a:r>
            <a:endParaRPr sz="2100" b="0" i="0" u="none" cap="none">
              <a:solidFill>
                <a:schemeClr val="dk1"/>
              </a:solidFill>
              <a:latin typeface="Arial"/>
              <a:ea typeface="Arial"/>
              <a:cs typeface="Arial"/>
            </a:endParaRPr>
          </a:p>
        </p:txBody>
      </p:sp>
      <p:sp>
        <p:nvSpPr>
          <p:cNvPr id="82" name="Google Shape;82;p15">
            <a:extLst xmlns:a="http://schemas.openxmlformats.org/drawingml/2006/main">
              <a:ext uri="{FF2B5EF4-FFF2-40B4-BE49-F238E27FC236}">
                <a16:creationId xmlns:a16="http://schemas.microsoft.com/office/drawing/2014/main" id="{9B72435F-5741-4D3B-B3AA-901FE64C3551}"/>
              </a:ext>
            </a:extLst>
          </p:cNvPr>
          <p:cNvSpPr>
            <a:spLocks xmlns:a="http://schemas.openxmlformats.org/drawingml/2006/main" noGrp="1"/>
          </p:cNvSpPr>
          <p:nvPr/>
        </p:nvSpPr>
        <p:spPr>
          <a:xfrm xmlns:a="http://schemas.openxmlformats.org/drawingml/2006/main">
            <a:off x="4586525" y="5089625"/>
            <a:ext cx="3677400" cy="8838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300"/>
              <a:buFont typeface="Arial"/>
              <a:buNone/>
            </a:pPr>
            <a:r>
              <a:rPr sz="2300" b="1" i="0" u="none" cap="none">
                <a:solidFill>
                  <a:schemeClr val="dk1"/>
                </a:solidFill>
                <a:latin typeface="Arial"/>
                <a:ea typeface="Arial"/>
                <a:cs typeface="Arial"/>
              </a:rPr>
              <a:t>IDETC 2026 - Problem Statement 3</a:t>
            </a:r>
            <a:endParaRPr sz="2300" b="1" i="0" u="none" cap="none">
              <a:solidFill>
                <a:srgbClr val="000000"/>
              </a:solidFill>
              <a:latin typeface="Arial"/>
              <a:ea typeface="Arial"/>
              <a:cs typeface="Arial"/>
            </a:endParaRPr>
          </a:p>
        </p:txBody>
      </p:sp>
    </p:spTree>
    <p:extLst>
      <p:ext uri="{BB962C8B-B14F-4D97-AF65-F5344CB8AC3E}">
        <p14:creationId xmlns:p14="http://schemas.microsoft.com/office/powerpoint/2010/main" val="18507817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2">
            <a:extLst xmlns:a="http://schemas.openxmlformats.org/drawingml/2006/main">
              <a:ext uri="{FF2B5EF4-FFF2-40B4-BE49-F238E27FC236}">
                <a16:creationId xmlns:a16="http://schemas.microsoft.com/office/drawing/2014/main" id="{86B5CB96-1C21-4BBF-83DB-051E25056E47}"/>
              </a:ext>
            </a:extLst>
          </p:cNvPr>
          <p:cNvSpPr>
            <a:spLocks xmlns:a="http://schemas.openxmlformats.org/drawingml/2006/main" noGrp="1"/>
          </p:cNvSpPr>
          <p:nvPr/>
        </p:nvSpPr>
        <p:spPr>
          <a:xfrm xmlns:a="http://schemas.openxmlformats.org/drawingml/2006/main">
            <a:off x="1467350" y="1734025"/>
            <a:ext cx="7274400" cy="2982900"/>
          </a:xfrm>
          <a:prstGeom xmlns:a="http://schemas.openxmlformats.org/drawingml/2006/main" prst="roundRect">
            <a:avLst>
              <a:gd name="adj" fmla="val 16667"/>
            </a:avLst>
          </a:prstGeom>
          <a:noFill xmlns:a="http://schemas.openxmlformats.org/drawingml/2006/main"/>
          <a:ln xmlns:a="http://schemas.openxmlformats.org/drawingml/2006/main" w="25400" cmpd="sng">
            <a:solidFill>
              <a:srgbClr val="008080"/>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400" b="0" i="0" u="none" cap="none">
              <a:solidFill>
                <a:schemeClr val="lt1"/>
              </a:solidFill>
              <a:latin typeface="Arial"/>
              <a:ea typeface="Arial"/>
              <a:cs typeface="Arial"/>
            </a:endParaRPr>
          </a:p>
        </p:txBody>
      </p:sp>
      <p:sp>
        <p:nvSpPr>
          <p:cNvPr id="88" name="Google Shape;88;p2">
            <a:extLst xmlns:a="http://schemas.openxmlformats.org/drawingml/2006/main">
              <a:ext uri="{FF2B5EF4-FFF2-40B4-BE49-F238E27FC236}">
                <a16:creationId xmlns:a16="http://schemas.microsoft.com/office/drawing/2014/main" id="{B7BD8847-EFCE-45F6-9844-3EDDD23256E1}"/>
              </a:ext>
            </a:extLst>
          </p:cNvPr>
          <p:cNvSpPr>
            <a:spLocks xmlns:a="http://schemas.openxmlformats.org/drawingml/2006/main" noGrp="1"/>
          </p:cNvSpPr>
          <p:nvPr>
            <p:ph type="title" idx="0"/>
          </p:nvPr>
        </p:nvSpPr>
        <p:spPr>
          <a:xfrm xmlns:a="http://schemas.openxmlformats.org/drawingml/2006/main">
            <a:off x="1515146" y="335919"/>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Motivation:</a:t>
            </a:r>
            <a:endParaRPr sz="3400">
              <a:latin typeface="Arial"/>
              <a:ea typeface="Arial"/>
              <a:cs typeface="Arial"/>
            </a:endParaRPr>
          </a:p>
        </p:txBody>
      </p:sp>
      <p:sp>
        <p:nvSpPr>
          <p:cNvPr id="89" name="Google Shape;89;p2">
            <a:extLst xmlns:a="http://schemas.openxmlformats.org/drawingml/2006/main">
              <a:ext uri="{FF2B5EF4-FFF2-40B4-BE49-F238E27FC236}">
                <a16:creationId xmlns:a16="http://schemas.microsoft.com/office/drawing/2014/main" id="{6C8DEC33-05CE-4AC3-BB73-05B963EEBFC9}"/>
              </a:ext>
            </a:extLst>
          </p:cNvPr>
          <p:cNvSpPr>
            <a:spLocks xmlns:a="http://schemas.openxmlformats.org/drawingml/2006/main" noGrp="1"/>
          </p:cNvSpPr>
          <p:nvPr>
            <p:ph type="body" idx="4294967295"/>
          </p:nvPr>
        </p:nvSpPr>
        <p:spPr>
          <a:xfrm xmlns:a="http://schemas.openxmlformats.org/drawingml/2006/main">
            <a:off x="1225082" y="1917586"/>
            <a:ext cx="7382700" cy="311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lnSpcReduction="10000"/>
          </a:bodyPr>
          <a:lstStyle xmlns:a="http://schemas.openxmlformats.org/drawingml/2006/main"/>
          <a:p xmlns:a="http://schemas.openxmlformats.org/drawingml/2006/main">
            <a:pPr marL="640080" lvl="0" indent="-336550" algn="just">
              <a:lnSpc>
                <a:spcPct val="100000"/>
              </a:lnSpc>
              <a:spcBef>
                <a:spcPts val="1000"/>
              </a:spcBef>
              <a:spcAft>
                <a:spcPts val="0"/>
              </a:spcAft>
              <a:buSzPts val="1700"/>
              <a:buChar char="•"/>
              <a:defRPr sz="1500">
                <a:solidFill>
                  <a:srgbClr val="000000"/>
                </a:solidFill>
              </a:defRPr>
            </a:pPr>
            <a:r>
              <a:rPr sz="1500">
                <a:solidFill>
                  <a:srgbClr val="000000"/>
                </a:solidFill>
                <a:latin typeface="Arial"/>
                <a:ea typeface="Arial"/>
                <a:cs typeface="Arial"/>
              </a:rPr>
              <a:t>CAD edits are slow when engineers must manually find features, rebuild geometry, and validate every change.</a:t>
            </a:r>
            <a:endParaRPr sz="1700">
              <a:latin typeface="Arial"/>
              <a:ea typeface="Arial"/>
              <a:cs typeface="Arial"/>
            </a:endParaRPr>
          </a:p>
          <a:p xmlns:a="http://schemas.openxmlformats.org/drawingml/2006/main">
            <a:pPr marL="640080" lvl="0" indent="-336550" algn="just">
              <a:lnSpc>
                <a:spcPct val="100000"/>
              </a:lnSpc>
              <a:spcBef>
                <a:spcPts val="1000"/>
              </a:spcBef>
              <a:spcAft>
                <a:spcPts val="0"/>
              </a:spcAft>
              <a:buSzPts val="1700"/>
              <a:buChar char="•"/>
              <a:defRPr sz="1500">
                <a:solidFill>
                  <a:srgbClr val="000000"/>
                </a:solidFill>
              </a:defRPr>
            </a:pPr>
            <a:r>
              <a:rPr sz="1500" b="1">
                <a:solidFill>
                  <a:srgbClr val="000000"/>
                </a:solidFill>
                <a:latin typeface="Arial"/>
                <a:ea typeface="Arial"/>
                <a:cs typeface="Arial"/>
              </a:rPr>
              <a:t>Grounded CAD edits existing STEP files from natural-language instructions.</a:t>
            </a:r>
            <a:endParaRPr sz="1700">
              <a:latin typeface="Arial"/>
              <a:ea typeface="Arial"/>
              <a:cs typeface="Arial"/>
            </a:endParaRPr>
          </a:p>
          <a:p xmlns:a="http://schemas.openxmlformats.org/drawingml/2006/main">
            <a:pPr marL="640080" lvl="0" indent="-336550" algn="just">
              <a:lnSpc>
                <a:spcPct val="100000"/>
              </a:lnSpc>
              <a:spcBef>
                <a:spcPts val="1000"/>
              </a:spcBef>
              <a:spcAft>
                <a:spcPts val="0"/>
              </a:spcAft>
              <a:buSzPts val="1700"/>
              <a:buChar char="•"/>
              <a:defRPr sz="1500">
                <a:solidFill>
                  <a:srgbClr val="000000"/>
                </a:solidFill>
              </a:defRPr>
            </a:pPr>
            <a:r>
              <a:rPr sz="1500">
                <a:solidFill>
                  <a:srgbClr val="000000"/>
                </a:solidFill>
                <a:latin typeface="Arial"/>
                <a:ea typeface="Arial"/>
                <a:cs typeface="Arial"/>
              </a:rPr>
              <a:t>Benchmark success depends on changing the intended feature, not just producing a valid CAD file.</a:t>
            </a:r>
            <a:endParaRPr sz="1700">
              <a:latin typeface="Arial"/>
              <a:ea typeface="Arial"/>
              <a:cs typeface="Arial"/>
            </a:endParaRPr>
          </a:p>
        </p:txBody>
      </p:sp>
      <p:pic>
        <p:nvPicPr>
          <p:cNvPr id="94" name="Google Shape;90;p2"/>
          <p:cNvPicPr>
            <a:picLocks xmlns:a="http://schemas.openxmlformats.org/drawingml/2006/main" noChangeAspect="1"/>
          </p:cNvPicPr>
          <p:nvPr/>
        </p:nvPicPr>
        <p:blipFill rotWithShape="1">
          <a:blip xmlns:r="http://schemas.openxmlformats.org/officeDocument/2006/relationships" xmlns:a="http://schemas.openxmlformats.org/drawingml/2006/main" r:embed="R0fe747fc7d1e46b9">
            <a:alphaModFix/>
          </a:blip>
          <a:srcRect xmlns:a="http://schemas.openxmlformats.org/drawingml/2006/main" l="0" t="0" r="0" b="0"/>
          <a:stretch xmlns:a="http://schemas.openxmlformats.org/drawingml/2006/main"/>
        </p:blipFill>
        <p:spPr>
          <a:xfrm xmlns:a="http://schemas.openxmlformats.org/drawingml/2006/main">
            <a:off x="8882900" y="0"/>
            <a:ext cx="3309100" cy="63458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013506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5" name="Google Shape;95;g3f75d711436_0_19">
            <a:extLst xmlns:a="http://schemas.openxmlformats.org/drawingml/2006/main">
              <a:ext uri="{FF2B5EF4-FFF2-40B4-BE49-F238E27FC236}">
                <a16:creationId xmlns:a16="http://schemas.microsoft.com/office/drawing/2014/main" id="{B3A7CAB6-7766-4C00-B3AC-E084B7BC2BE1}"/>
              </a:ext>
            </a:extLst>
          </p:cNvPr>
          <p:cNvSpPr>
            <a:spLocks xmlns:a="http://schemas.openxmlformats.org/drawingml/2006/main" noGrp="1"/>
          </p:cNvSpPr>
          <p:nvPr>
            <p:ph type="title" idx="0"/>
          </p:nvPr>
        </p:nvSpPr>
        <p:spPr>
          <a:xfrm xmlns:a="http://schemas.openxmlformats.org/drawingml/2006/main">
            <a:off x="1385046" y="1779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marR="0" lvl="0" indent="0" algn="l">
              <a:lnSpc>
                <a:spcPct val="90000"/>
              </a:lnSpc>
              <a:spcBef>
                <a:spcPts val="0"/>
              </a:spcBef>
              <a:spcAft>
                <a:spcPts val="0"/>
              </a:spcAft>
              <a:buClr>
                <a:schemeClr val="dk1"/>
              </a:buClr>
              <a:buSzPts val="4400"/>
              <a:buFont typeface="Calibri"/>
              <a:buNone/>
            </a:pPr>
            <a:r>
              <a:rPr sz="3400">
                <a:latin typeface="Arial"/>
                <a:ea typeface="Arial"/>
                <a:cs typeface="Arial"/>
              </a:rPr>
              <a:t>Grounded CAD: Harness Architecture</a:t>
            </a:r>
            <a:endParaRPr sz="3400">
              <a:latin typeface="Arial"/>
              <a:ea typeface="Arial"/>
              <a:cs typeface="Arial"/>
            </a:endParaRPr>
          </a:p>
        </p:txBody>
      </p:sp>
      <p:sp>
        <p:nvSpPr>
          <p:cNvPr id="96" name="Google Shape;96;g3f75d711436_0_19">
            <a:extLst xmlns:a="http://schemas.openxmlformats.org/drawingml/2006/main">
              <a:ext uri="{FF2B5EF4-FFF2-40B4-BE49-F238E27FC236}">
                <a16:creationId xmlns:a16="http://schemas.microsoft.com/office/drawing/2014/main" id="{DCEA5EDA-3412-40E5-9EC5-7EDBA7477700}"/>
              </a:ext>
            </a:extLst>
          </p:cNvPr>
          <p:cNvSpPr>
            <a:spLocks xmlns:a="http://schemas.openxmlformats.org/drawingml/2006/main" noGrp="1"/>
          </p:cNvSpPr>
          <p:nvPr/>
        </p:nvSpPr>
        <p:spPr>
          <a:xfrm xmlns:a="http://schemas.openxmlformats.org/drawingml/2006/main">
            <a:off x="7662672" y="1202436"/>
            <a:ext cx="1691640" cy="40233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Parquet File</a:t>
            </a:r>
            <a:r>
              <a:rPr sz="1400" b="0" i="0" u="none" cap="none">
                <a:solidFill>
                  <a:schemeClr val="lt1"/>
                </a:solidFill>
                <a:latin typeface="Arial"/>
                <a:ea typeface="Arial"/>
                <a:cs typeface="Arial"/>
              </a:rPr>
              <a:t> </a:t>
            </a:r>
            <a:endParaRPr/>
          </a:p>
        </p:txBody>
      </p:sp>
      <p:cxnSp>
        <p:nvCxnSpPr>
          <p:cNvPr id="122" name="Google Shape;97;g3f75d711436_0_19"/>
          <p:cNvCxnSpPr/>
          <p:nvPr/>
        </p:nvCxnSpPr>
        <p:spPr>
          <a:xfrm xmlns:a="http://schemas.openxmlformats.org/drawingml/2006/main">
            <a:off x="9784080" y="1291318"/>
            <a:ext cx="0" cy="224572"/>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cxnSp>
        <p:nvCxnSpPr>
          <p:cNvPr id="123" name="Google Shape;98;g3f75d711436_0_19"/>
          <p:cNvCxnSpPr/>
          <p:nvPr/>
        </p:nvCxnSpPr>
        <p:spPr>
          <a:xfrm xmlns:a="http://schemas.openxmlformats.org/drawingml/2006/main" rot="10800000">
            <a:off x="9646920" y="1399032"/>
            <a:ext cx="256032" cy="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sp>
        <p:nvSpPr>
          <p:cNvPr id="99" name="Google Shape;99;g3f75d711436_0_19">
            <a:extLst xmlns:a="http://schemas.openxmlformats.org/drawingml/2006/main">
              <a:ext uri="{FF2B5EF4-FFF2-40B4-BE49-F238E27FC236}">
                <a16:creationId xmlns:a16="http://schemas.microsoft.com/office/drawing/2014/main" id="{36EA3B91-5780-49FC-AA3A-A5399528E4F6}"/>
              </a:ext>
            </a:extLst>
          </p:cNvPr>
          <p:cNvSpPr>
            <a:spLocks xmlns:a="http://schemas.openxmlformats.org/drawingml/2006/main" noGrp="1"/>
          </p:cNvSpPr>
          <p:nvPr/>
        </p:nvSpPr>
        <p:spPr>
          <a:xfrm xmlns:a="http://schemas.openxmlformats.org/drawingml/2006/main">
            <a:off x="10190988" y="1202436"/>
            <a:ext cx="1691640" cy="40233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.Step</a:t>
            </a:r>
            <a:endParaRPr/>
          </a:p>
        </p:txBody>
      </p:sp>
      <p:sp>
        <p:nvSpPr>
          <p:cNvPr id="100" name="Google Shape;100;g3f75d711436_0_19">
            <a:extLst xmlns:a="http://schemas.openxmlformats.org/drawingml/2006/main">
              <a:ext uri="{FF2B5EF4-FFF2-40B4-BE49-F238E27FC236}">
                <a16:creationId xmlns:a16="http://schemas.microsoft.com/office/drawing/2014/main" id="{CB8F0518-1807-4E23-BFA6-38C5D2EBBC40}"/>
              </a:ext>
            </a:extLst>
          </p:cNvPr>
          <p:cNvSpPr>
            <a:spLocks xmlns:a="http://schemas.openxmlformats.org/drawingml/2006/main" noGrp="1"/>
          </p:cNvSpPr>
          <p:nvPr/>
        </p:nvSpPr>
        <p:spPr>
          <a:xfrm xmlns:a="http://schemas.openxmlformats.org/drawingml/2006/main" rot="5400000">
            <a:off x="9573768" y="853857"/>
            <a:ext cx="402335" cy="1933955"/>
          </a:xfrm>
          <a:prstGeom xmlns:a="http://schemas.openxmlformats.org/drawingml/2006/main" prst="rightBrace">
            <a:avLst>
              <a:gd name="adj1" fmla="val 8333"/>
              <a:gd name="adj2" fmla="val 46849"/>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400" b="0" i="0" u="none" cap="none">
              <a:solidFill>
                <a:schemeClr val="dk1"/>
              </a:solidFill>
              <a:latin typeface="Arial"/>
              <a:ea typeface="Arial"/>
              <a:cs typeface="Arial"/>
            </a:endParaRPr>
          </a:p>
        </p:txBody>
      </p:sp>
      <p:sp>
        <p:nvSpPr>
          <p:cNvPr id="101" name="Google Shape;101;g3f75d711436_0_19">
            <a:extLst xmlns:a="http://schemas.openxmlformats.org/drawingml/2006/main">
              <a:ext uri="{FF2B5EF4-FFF2-40B4-BE49-F238E27FC236}">
                <a16:creationId xmlns:a16="http://schemas.microsoft.com/office/drawing/2014/main" id="{C213F9F5-91F8-47C9-82A4-5F3222C4F86B}"/>
              </a:ext>
            </a:extLst>
          </p:cNvPr>
          <p:cNvSpPr>
            <a:spLocks xmlns:a="http://schemas.openxmlformats.org/drawingml/2006/main" noGrp="1"/>
          </p:cNvSpPr>
          <p:nvPr/>
        </p:nvSpPr>
        <p:spPr>
          <a:xfrm xmlns:a="http://schemas.openxmlformats.org/drawingml/2006/main">
            <a:off x="9052559" y="2022002"/>
            <a:ext cx="1604765" cy="364494"/>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Grounder</a:t>
            </a:r>
            <a:endParaRPr/>
          </a:p>
        </p:txBody>
      </p:sp>
      <p:sp>
        <p:nvSpPr>
          <p:cNvPr id="102" name="Google Shape;102;g3f75d711436_0_19">
            <a:extLst xmlns:a="http://schemas.openxmlformats.org/drawingml/2006/main">
              <a:ext uri="{FF2B5EF4-FFF2-40B4-BE49-F238E27FC236}">
                <a16:creationId xmlns:a16="http://schemas.microsoft.com/office/drawing/2014/main" id="{E6B84474-5A0D-45DA-B195-178EC8EB5FF0}"/>
              </a:ext>
            </a:extLst>
          </p:cNvPr>
          <p:cNvSpPr>
            <a:spLocks xmlns:a="http://schemas.openxmlformats.org/drawingml/2006/main" noGrp="1"/>
          </p:cNvSpPr>
          <p:nvPr/>
        </p:nvSpPr>
        <p:spPr>
          <a:xfrm xmlns:a="http://schemas.openxmlformats.org/drawingml/2006/main">
            <a:off x="9052559" y="2571052"/>
            <a:ext cx="1604765" cy="364494"/>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Classifier</a:t>
            </a:r>
            <a:endParaRPr/>
          </a:p>
        </p:txBody>
      </p:sp>
      <p:sp>
        <p:nvSpPr>
          <p:cNvPr id="103" name="Google Shape;103;g3f75d711436_0_19">
            <a:extLst xmlns:a="http://schemas.openxmlformats.org/drawingml/2006/main">
              <a:ext uri="{FF2B5EF4-FFF2-40B4-BE49-F238E27FC236}">
                <a16:creationId xmlns:a16="http://schemas.microsoft.com/office/drawing/2014/main" id="{78397D27-A43F-4449-9438-78497570B6A8}"/>
              </a:ext>
            </a:extLst>
          </p:cNvPr>
          <p:cNvSpPr>
            <a:spLocks xmlns:a="http://schemas.openxmlformats.org/drawingml/2006/main" noGrp="1"/>
          </p:cNvSpPr>
          <p:nvPr/>
        </p:nvSpPr>
        <p:spPr>
          <a:xfrm xmlns:a="http://schemas.openxmlformats.org/drawingml/2006/main">
            <a:off x="9057135" y="3108773"/>
            <a:ext cx="1604765" cy="374214"/>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Planner</a:t>
            </a:r>
            <a:endParaRPr/>
          </a:p>
        </p:txBody>
      </p:sp>
      <p:sp>
        <p:nvSpPr>
          <p:cNvPr id="104" name="Google Shape;104;g3f75d711436_0_19">
            <a:extLst xmlns:a="http://schemas.openxmlformats.org/drawingml/2006/main">
              <a:ext uri="{FF2B5EF4-FFF2-40B4-BE49-F238E27FC236}">
                <a16:creationId xmlns:a16="http://schemas.microsoft.com/office/drawing/2014/main" id="{79DF407E-A66F-45AE-931E-986E5CFB9450}"/>
              </a:ext>
            </a:extLst>
          </p:cNvPr>
          <p:cNvSpPr>
            <a:spLocks xmlns:a="http://schemas.openxmlformats.org/drawingml/2006/main" noGrp="1"/>
          </p:cNvSpPr>
          <p:nvPr/>
        </p:nvSpPr>
        <p:spPr>
          <a:xfrm xmlns:a="http://schemas.openxmlformats.org/drawingml/2006/main">
            <a:off x="9052559" y="3703032"/>
            <a:ext cx="1609341" cy="39244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Executor</a:t>
            </a:r>
            <a:endParaRPr/>
          </a:p>
        </p:txBody>
      </p:sp>
      <p:sp>
        <p:nvSpPr>
          <p:cNvPr id="105" name="Google Shape;105;g3f75d711436_0_19">
            <a:extLst xmlns:a="http://schemas.openxmlformats.org/drawingml/2006/main">
              <a:ext uri="{FF2B5EF4-FFF2-40B4-BE49-F238E27FC236}">
                <a16:creationId xmlns:a16="http://schemas.microsoft.com/office/drawing/2014/main" id="{89D51CEA-0180-4B2B-AC6B-DCD2E530B741}"/>
              </a:ext>
            </a:extLst>
          </p:cNvPr>
          <p:cNvSpPr>
            <a:spLocks xmlns:a="http://schemas.openxmlformats.org/drawingml/2006/main" noGrp="1"/>
          </p:cNvSpPr>
          <p:nvPr/>
        </p:nvSpPr>
        <p:spPr>
          <a:xfrm xmlns:a="http://schemas.openxmlformats.org/drawingml/2006/main">
            <a:off x="9052559" y="4292872"/>
            <a:ext cx="1609342" cy="392446"/>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Verifier</a:t>
            </a:r>
            <a:endParaRPr/>
          </a:p>
        </p:txBody>
      </p:sp>
      <p:sp>
        <p:nvSpPr>
          <p:cNvPr id="106" name="Google Shape;106;g3f75d711436_0_19">
            <a:extLst xmlns:a="http://schemas.openxmlformats.org/drawingml/2006/main">
              <a:ext uri="{FF2B5EF4-FFF2-40B4-BE49-F238E27FC236}">
                <a16:creationId xmlns:a16="http://schemas.microsoft.com/office/drawing/2014/main" id="{8F2CBF93-C7AF-46B3-B44D-ACA1E7E055CF}"/>
              </a:ext>
            </a:extLst>
          </p:cNvPr>
          <p:cNvSpPr>
            <a:spLocks xmlns:a="http://schemas.openxmlformats.org/drawingml/2006/main" noGrp="1"/>
          </p:cNvSpPr>
          <p:nvPr/>
        </p:nvSpPr>
        <p:spPr>
          <a:xfrm xmlns:a="http://schemas.openxmlformats.org/drawingml/2006/main">
            <a:off x="9052559" y="4833211"/>
            <a:ext cx="1618485" cy="402335"/>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Critic</a:t>
            </a:r>
            <a:endParaRPr/>
          </a:p>
        </p:txBody>
      </p:sp>
      <p:cxnSp>
        <p:nvCxnSpPr>
          <p:cNvPr id="132" name="Google Shape;107;g3f75d711436_0_19"/>
          <p:cNvCxnSpPr>
            <a:stCxn xmlns:a="http://schemas.openxmlformats.org/drawingml/2006/main" id="106" idx="1"/>
          </p:cNvCxnSpPr>
          <p:nvPr/>
        </p:nvCxnSpPr>
        <p:spPr>
          <a:xfrm xmlns:a="http://schemas.openxmlformats.org/drawingml/2006/main" rot="10800000">
            <a:off x="8531459" y="5034379"/>
            <a:ext cx="521100" cy="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cxnSp>
        <p:nvCxnSpPr>
          <p:cNvPr id="133" name="Google Shape;108;g3f75d711436_0_19"/>
          <p:cNvCxnSpPr/>
          <p:nvPr/>
        </p:nvCxnSpPr>
        <p:spPr>
          <a:xfrm xmlns:a="http://schemas.openxmlformats.org/drawingml/2006/main" rot="10800000">
            <a:off x="8531352" y="2753299"/>
            <a:ext cx="0" cy="2281079"/>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none" w="sm" len="sm"/>
          </a:ln>
        </p:spPr>
      </p:cxnSp>
      <p:cxnSp>
        <p:nvCxnSpPr>
          <p:cNvPr id="134" name="Google Shape;109;g3f75d711436_0_19"/>
          <p:cNvCxnSpPr>
            <a:endCxn xmlns:a="http://schemas.openxmlformats.org/drawingml/2006/main" id="102" idx="1"/>
          </p:cNvCxnSpPr>
          <p:nvPr/>
        </p:nvCxnSpPr>
        <p:spPr>
          <a:xfrm xmlns:a="http://schemas.openxmlformats.org/drawingml/2006/main" rot="10800000" flipH="1">
            <a:off x="8531459" y="2753299"/>
            <a:ext cx="521100" cy="630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sp>
        <p:nvSpPr>
          <p:cNvPr id="110" name="Google Shape;110;g3f75d711436_0_19">
            <a:extLst xmlns:a="http://schemas.openxmlformats.org/drawingml/2006/main">
              <a:ext uri="{FF2B5EF4-FFF2-40B4-BE49-F238E27FC236}">
                <a16:creationId xmlns:a16="http://schemas.microsoft.com/office/drawing/2014/main" id="{FDE34E97-7CF7-4599-AAC5-A45F6C322EDF}"/>
              </a:ext>
            </a:extLst>
          </p:cNvPr>
          <p:cNvSpPr>
            <a:spLocks xmlns:a="http://schemas.openxmlformats.org/drawingml/2006/main" noGrp="1"/>
          </p:cNvSpPr>
          <p:nvPr/>
        </p:nvSpPr>
        <p:spPr>
          <a:xfrm xmlns:a="http://schemas.openxmlformats.org/drawingml/2006/main">
            <a:off x="9052559" y="5408084"/>
            <a:ext cx="1618486" cy="402335"/>
          </a:xfrm>
          <a:prstGeom xmlns:a="http://schemas.openxmlformats.org/drawingml/2006/main" prst="rect">
            <a:avLst/>
          </a:prstGeom>
          <a:solidFill xmlns:a="http://schemas.openxmlformats.org/drawingml/2006/main">
            <a:schemeClr val="accent1"/>
          </a:solidFill>
          <a:ln xmlns:a="http://schemas.openxmlformats.org/drawingml/2006/main" w="25400" cmpd="sng">
            <a:solidFill>
              <a:srgbClr val="5D5D5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Output</a:t>
            </a:r>
            <a:endParaRPr/>
          </a:p>
        </p:txBody>
      </p:sp>
      <p:cxnSp>
        <p:nvCxnSpPr>
          <p:cNvPr id="136" name="Google Shape;111;g3f75d711436_0_19"/>
          <p:cNvCxnSpPr>
            <a:stCxn xmlns:a="http://schemas.openxmlformats.org/drawingml/2006/main" id="101" idx="2"/>
            <a:endCxn xmlns:a="http://schemas.openxmlformats.org/drawingml/2006/main" id="102" idx="0"/>
          </p:cNvCxnSpPr>
          <p:nvPr/>
        </p:nvCxnSpPr>
        <p:spPr>
          <a:xfrm xmlns:a="http://schemas.openxmlformats.org/drawingml/2006/main">
            <a:off x="9854942" y="2386496"/>
            <a:ext cx="0" cy="18450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37" name="Google Shape;112;g3f75d711436_0_19"/>
          <p:cNvCxnSpPr/>
          <p:nvPr/>
        </p:nvCxnSpPr>
        <p:spPr>
          <a:xfrm xmlns:a="http://schemas.openxmlformats.org/drawingml/2006/main">
            <a:off x="9861801" y="2935546"/>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38" name="Google Shape;113;g3f75d711436_0_19"/>
          <p:cNvCxnSpPr/>
          <p:nvPr/>
        </p:nvCxnSpPr>
        <p:spPr>
          <a:xfrm xmlns:a="http://schemas.openxmlformats.org/drawingml/2006/main">
            <a:off x="9883894" y="3482987"/>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39" name="Google Shape;114;g3f75d711436_0_19"/>
          <p:cNvCxnSpPr/>
          <p:nvPr/>
        </p:nvCxnSpPr>
        <p:spPr>
          <a:xfrm xmlns:a="http://schemas.openxmlformats.org/drawingml/2006/main">
            <a:off x="9883894" y="4095478"/>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40" name="Google Shape;115;g3f75d711436_0_19"/>
          <p:cNvCxnSpPr>
            <a:stCxn xmlns:a="http://schemas.openxmlformats.org/drawingml/2006/main" id="105" idx="2"/>
            <a:endCxn xmlns:a="http://schemas.openxmlformats.org/drawingml/2006/main" id="106" idx="0"/>
          </p:cNvCxnSpPr>
          <p:nvPr/>
        </p:nvCxnSpPr>
        <p:spPr>
          <a:xfrm xmlns:a="http://schemas.openxmlformats.org/drawingml/2006/main">
            <a:off x="9857230" y="4685318"/>
            <a:ext cx="4500" cy="147900"/>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cxnSp>
        <p:nvCxnSpPr>
          <p:cNvPr id="141" name="Google Shape;116;g3f75d711436_0_19"/>
          <p:cNvCxnSpPr/>
          <p:nvPr/>
        </p:nvCxnSpPr>
        <p:spPr>
          <a:xfrm xmlns:a="http://schemas.openxmlformats.org/drawingml/2006/main">
            <a:off x="9886172" y="5235546"/>
            <a:ext cx="0" cy="184556"/>
          </a:xfrm>
          <a:prstGeom xmlns:a="http://schemas.openxmlformats.org/drawingml/2006/main" prst="straightConnector1">
            <a:avLst/>
          </a:prstGeom>
          <a:ln xmlns:a="http://schemas.openxmlformats.org/drawingml/2006/main" w="9525" cap="flat">
            <a:solidFill>
              <a:schemeClr val="dk1"/>
            </a:solidFill>
            <a:prstDash val="solid"/>
            <a:round/>
            <a:headEnd type="none" w="sm" len="sm"/>
            <a:tailEnd type="triangle" w="med" len="med"/>
          </a:ln>
        </p:spPr>
      </p:cxnSp>
      <p:sp>
        <p:nvSpPr>
          <p:cNvPr id="117" name="Google Shape;117;g3f75d711436_0_19">
            <a:extLst xmlns:a="http://schemas.openxmlformats.org/drawingml/2006/main">
              <a:ext uri="{FF2B5EF4-FFF2-40B4-BE49-F238E27FC236}">
                <a16:creationId xmlns:a16="http://schemas.microsoft.com/office/drawing/2014/main" id="{2EDC6549-07D4-4B38-98B1-DAE5355F46A1}"/>
              </a:ext>
            </a:extLst>
          </p:cNvPr>
          <p:cNvSpPr>
            <a:spLocks xmlns:a="http://schemas.openxmlformats.org/drawingml/2006/main" noGrp="1"/>
          </p:cNvSpPr>
          <p:nvPr/>
        </p:nvSpPr>
        <p:spPr>
          <a:xfrm xmlns:a="http://schemas.openxmlformats.org/drawingml/2006/main">
            <a:off x="8578580" y="4803471"/>
            <a:ext cx="510529" cy="2462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None/>
            </a:pPr>
            <a:r>
              <a:rPr sz="1000" b="0" i="0" u="none" cap="none">
                <a:solidFill>
                  <a:srgbClr val="000000"/>
                </a:solidFill>
                <a:latin typeface="Arial"/>
                <a:ea typeface="Arial"/>
                <a:cs typeface="Arial"/>
              </a:rPr>
              <a:t>No</a:t>
            </a:r>
            <a:endParaRPr/>
          </a:p>
        </p:txBody>
      </p:sp>
      <p:sp>
        <p:nvSpPr>
          <p:cNvPr id="118" name="Google Shape;118;g3f75d711436_0_19">
            <a:extLst xmlns:a="http://schemas.openxmlformats.org/drawingml/2006/main">
              <a:ext uri="{FF2B5EF4-FFF2-40B4-BE49-F238E27FC236}">
                <a16:creationId xmlns:a16="http://schemas.microsoft.com/office/drawing/2014/main" id="{B4A8BB98-1DD2-4F81-A60B-17015A73F633}"/>
              </a:ext>
            </a:extLst>
          </p:cNvPr>
          <p:cNvSpPr>
            <a:spLocks xmlns:a="http://schemas.openxmlformats.org/drawingml/2006/main" noGrp="1"/>
          </p:cNvSpPr>
          <p:nvPr/>
        </p:nvSpPr>
        <p:spPr>
          <a:xfrm xmlns:a="http://schemas.openxmlformats.org/drawingml/2006/main">
            <a:off x="9935723" y="5195237"/>
            <a:ext cx="510529" cy="2462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None/>
            </a:pPr>
            <a:r>
              <a:rPr sz="1000" b="0" i="0" u="none" cap="none">
                <a:solidFill>
                  <a:srgbClr val="000000"/>
                </a:solidFill>
                <a:latin typeface="Arial"/>
                <a:ea typeface="Arial"/>
                <a:cs typeface="Arial"/>
              </a:rPr>
              <a:t>Yes</a:t>
            </a:r>
            <a:endParaRPr/>
          </a:p>
        </p:txBody>
      </p:sp>
      <p:sp>
        <p:nvSpPr>
          <p:cNvPr id="119" name="Google Shape;119;g3f75d711436_0_19">
            <a:extLst xmlns:a="http://schemas.openxmlformats.org/drawingml/2006/main">
              <a:ext uri="{FF2B5EF4-FFF2-40B4-BE49-F238E27FC236}">
                <a16:creationId xmlns:a16="http://schemas.microsoft.com/office/drawing/2014/main" id="{4DBFFBFC-5744-4622-AF82-C2C67C1D7B28}"/>
              </a:ext>
            </a:extLst>
          </p:cNvPr>
          <p:cNvSpPr>
            <a:spLocks xmlns:a="http://schemas.openxmlformats.org/drawingml/2006/main" noGrp="1"/>
          </p:cNvSpPr>
          <p:nvPr/>
        </p:nvSpPr>
        <p:spPr>
          <a:xfrm xmlns:a="http://schemas.openxmlformats.org/drawingml/2006/main">
            <a:off x="1227100" y="1330500"/>
            <a:ext cx="5904000" cy="419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Grounder - extracts a compact B-Rep census: faces, rims, holes, bounding boxes, and edit sites.</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Classifier - routes the instruction into typed edit slots.</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Planner - selects deterministic tools or GPT-written local CadQuery.</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Executor - runs edits in an isolated watchdog process.</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Verifier/Critic - rejects bad outputs and turns failure buckets into retry feedback.</a:t>
            </a:r>
            <a:endParaRPr sz="1700">
              <a:solidFill>
                <a:schemeClr val="dk1"/>
              </a:solidFill>
            </a:endParaRPr>
          </a:p>
        </p:txBody>
      </p:sp>
    </p:spTree>
    <p:extLst>
      <p:ext uri="{BB962C8B-B14F-4D97-AF65-F5344CB8AC3E}">
        <p14:creationId xmlns:p14="http://schemas.microsoft.com/office/powerpoint/2010/main" val="15624510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4" name="Google Shape;124;g3f75d711436_0_140">
            <a:extLst xmlns:a="http://schemas.openxmlformats.org/drawingml/2006/main">
              <a:ext uri="{FF2B5EF4-FFF2-40B4-BE49-F238E27FC236}">
                <a16:creationId xmlns:a16="http://schemas.microsoft.com/office/drawing/2014/main" id="{AC5AE28E-9F24-478C-9D81-B601D4178EB0}"/>
              </a:ext>
            </a:extLst>
          </p:cNvPr>
          <p:cNvSpPr>
            <a:spLocks xmlns:a="http://schemas.openxmlformats.org/drawingml/2006/main" noGrp="1"/>
          </p:cNvSpPr>
          <p:nvPr>
            <p:ph type="title" idx="0"/>
          </p:nvPr>
        </p:nvSpPr>
        <p:spPr>
          <a:xfrm xmlns:a="http://schemas.openxmlformats.org/drawingml/2006/main">
            <a:off x="1385046" y="1779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4400"/>
              <a:buFont typeface="Calibri"/>
              <a:buNone/>
            </a:pPr>
            <a:r>
              <a:rPr sz="3400">
                <a:latin typeface="Arial"/>
                <a:ea typeface="Arial"/>
                <a:cs typeface="Arial"/>
              </a:rPr>
              <a:t>Grounded CAD: What changed during development</a:t>
            </a:r>
            <a:endParaRPr sz="3100">
              <a:latin typeface="Georgia"/>
              <a:ea typeface="Georgia"/>
              <a:cs typeface="Georgia"/>
            </a:endParaRPr>
          </a:p>
        </p:txBody>
      </p:sp>
      <p:sp>
        <p:nvSpPr>
          <p:cNvPr id="125" name="Google Shape;125;g3f75d711436_0_140">
            <a:extLst xmlns:a="http://schemas.openxmlformats.org/drawingml/2006/main">
              <a:ext uri="{FF2B5EF4-FFF2-40B4-BE49-F238E27FC236}">
                <a16:creationId xmlns:a16="http://schemas.microsoft.com/office/drawing/2014/main" id="{77E36C86-5D84-4E28-9499-F2E2F7D557A1}"/>
              </a:ext>
            </a:extLst>
          </p:cNvPr>
          <p:cNvSpPr>
            <a:spLocks xmlns:a="http://schemas.openxmlformats.org/drawingml/2006/main" noGrp="1"/>
          </p:cNvSpPr>
          <p:nvPr/>
        </p:nvSpPr>
        <p:spPr>
          <a:xfrm xmlns:a="http://schemas.openxmlformats.org/drawingml/2006/main">
            <a:off x="1464300" y="1262025"/>
            <a:ext cx="5216700" cy="3581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640080" lvl="0" indent="-336550" algn="just">
              <a:spcBef>
                <a:spcPts val="1000"/>
              </a:spcBef>
              <a:spcAft>
                <a:spcPts val="0"/>
              </a:spcAft>
              <a:buClr>
                <a:schemeClr val="dk1"/>
              </a:buClr>
              <a:buSzPts val="1700"/>
              <a:buChar char="•"/>
            </a:pPr>
            <a:r>
              <a:rPr sz="1700">
                <a:solidFill>
                  <a:schemeClr val="dk1"/>
                </a:solidFill>
              </a:rPr>
              <a:t>The final harness moved away from direct STEP text edits and image-only prompting. It uses STEP-derived geometry facts, true orthographic CAD views, isolated CadQuery execution, and per-row scoring.</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pPr>
            <a:r>
              <a:rPr sz="1700">
                <a:solidFill>
                  <a:schemeClr val="dk1"/>
                </a:solidFill>
              </a:rPr>
              <a:t/>
            </a:r>
            <a:endParaRPr sz="1700">
              <a:solidFill>
                <a:schemeClr val="dk1"/>
              </a:solidFill>
            </a:endParaRPr>
          </a:p>
          <a:p xmlns:a="http://schemas.openxmlformats.org/drawingml/2006/main">
            <a:pPr marL="640080" lvl="0" indent="-336550" algn="just">
              <a:spcBef>
                <a:spcPts val="1000"/>
              </a:spcBef>
              <a:spcAft>
                <a:spcPts val="0"/>
              </a:spcAft>
              <a:buClr>
                <a:schemeClr val="dk1"/>
              </a:buClr>
              <a:buSzPts val="1700"/>
              <a:buChar char="•"/>
            </a:pPr>
            <a:r>
              <a:rPr sz="1700">
                <a:solidFill>
                  <a:schemeClr val="dk1"/>
                </a:solidFill>
              </a:rPr>
              <a:t>Key fixes included provenance-safe fresh runs, watchdog handling, identity-output rejection, true axis-aligned view rendering, candidate enumeration for local edits, and detailed failure buckets for targeted debugging.</a:t>
            </a:r>
            <a:endParaRPr sz="1700">
              <a:solidFill>
                <a:schemeClr val="dk1"/>
              </a:solidFill>
            </a:endParaRPr>
          </a:p>
        </p:txBody>
      </p:sp>
      <p:pic>
        <p:nvPicPr>
          <p:cNvPr id="130" name="Google Shape;126;g3f75d711436_0_140"/>
          <p:cNvPicPr>
            <a:picLocks xmlns:a="http://schemas.openxmlformats.org/drawingml/2006/main" noChangeAspect="1"/>
          </p:cNvPicPr>
          <p:nvPr/>
        </p:nvPicPr>
        <p:blipFill rotWithShape="1">
          <a:blip xmlns:r="http://schemas.openxmlformats.org/officeDocument/2006/relationships" xmlns:a="http://schemas.openxmlformats.org/drawingml/2006/main" r:embed="Re37d5ebd0f2345c8">
            <a:alphaModFix/>
          </a:blip>
          <a:srcRect xmlns:a="http://schemas.openxmlformats.org/drawingml/2006/main" l="0" t="0" r="0" b="0"/>
          <a:stretch xmlns:a="http://schemas.openxmlformats.org/drawingml/2006/main"/>
        </p:blipFill>
        <p:spPr>
          <a:xfrm xmlns:a="http://schemas.openxmlformats.org/drawingml/2006/main">
            <a:off x="7552100" y="962275"/>
            <a:ext cx="3667625" cy="3673200"/>
          </a:xfrm>
          <a:prstGeom xmlns:a="http://schemas.openxmlformats.org/drawingml/2006/main" prst="rect">
            <a:avLst/>
          </a:prstGeom>
          <a:ln xmlns:a="http://schemas.openxmlformats.org/drawingml/2006/main" w="9525" cap="flat" cmpd="sng">
            <a:solidFill>
              <a:schemeClr val="dk1"/>
            </a:solidFill>
            <a:prstDash val="solid"/>
            <a:round/>
          </a:ln>
        </p:spPr>
      </p:pic>
      <p:pic>
        <p:nvPicPr>
          <p:cNvPr id="131" name="Google Shape;127;g3f75d711436_0_140"/>
          <p:cNvPicPr>
            <a:picLocks xmlns:a="http://schemas.openxmlformats.org/drawingml/2006/main" noChangeAspect="1"/>
          </p:cNvPicPr>
          <p:nvPr/>
        </p:nvPicPr>
        <p:blipFill>
          <a:blip xmlns:r="http://schemas.openxmlformats.org/officeDocument/2006/relationships" xmlns:a="http://schemas.openxmlformats.org/drawingml/2006/main" r:embed="R19aa14f5baed4bad">
            <a:alphaModFix/>
          </a:blip>
          <a:stretch xmlns:a="http://schemas.openxmlformats.org/drawingml/2006/main">
            <a:fillRect l="0" t="0" r="0" b="0"/>
          </a:stretch>
        </p:blipFill>
        <p:spPr>
          <a:xfrm xmlns:a="http://schemas.openxmlformats.org/drawingml/2006/main">
            <a:off x="3207375" y="3514625"/>
            <a:ext cx="2469224" cy="2175100"/>
          </a:xfrm>
          <a:prstGeom xmlns:a="http://schemas.openxmlformats.org/drawingml/2006/main" prst="rect">
            <a:avLst/>
          </a:prstGeom>
          <a:ln xmlns:a="http://schemas.openxmlformats.org/drawingml/2006/main" w="9525" cap="flat" cmpd="sng">
            <a:solidFill>
              <a:schemeClr val="dk1"/>
            </a:solidFill>
            <a:prstDash val="solid"/>
            <a:round/>
          </a:ln>
        </p:spPr>
      </p:pic>
    </p:spTree>
    <p:extLst>
      <p:ext uri="{BB962C8B-B14F-4D97-AF65-F5344CB8AC3E}">
        <p14:creationId xmlns:p14="http://schemas.microsoft.com/office/powerpoint/2010/main" val="97970456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2" name="Google Shape;132;g3f75d711436_0_44">
            <a:extLst xmlns:a="http://schemas.openxmlformats.org/drawingml/2006/main">
              <a:ext uri="{FF2B5EF4-FFF2-40B4-BE49-F238E27FC236}">
                <a16:creationId xmlns:a16="http://schemas.microsoft.com/office/drawing/2014/main" id="{3BDC61C7-4A34-4C55-9EE0-579ED53153B9}"/>
              </a:ext>
            </a:extLst>
          </p:cNvPr>
          <p:cNvSpPr>
            <a:spLocks xmlns:a="http://schemas.openxmlformats.org/drawingml/2006/main" noGrp="1"/>
          </p:cNvSpPr>
          <p:nvPr>
            <p:ph type="title" idx="0"/>
          </p:nvPr>
        </p:nvSpPr>
        <p:spPr>
          <a:xfrm xmlns:a="http://schemas.openxmlformats.org/drawingml/2006/main">
            <a:off x="1385046" y="383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l">
              <a:spcBef>
                <a:spcPts val="0"/>
              </a:spcBef>
              <a:spcAft>
                <a:spcPts val="0"/>
              </a:spcAft>
              <a:buClr>
                <a:schemeClr val="dk1"/>
              </a:buClr>
              <a:buSzPts val="4400"/>
              <a:buFont typeface="Calibri"/>
              <a:buNone/>
            </a:pPr>
            <a:r>
              <a:rPr sz="3400">
                <a:latin typeface="Arial"/>
                <a:ea typeface="Arial"/>
                <a:cs typeface="Arial"/>
              </a:rPr>
              <a:t>Grounded CAD: Results</a:t>
            </a:r>
            <a:endParaRPr/>
          </a:p>
        </p:txBody>
      </p:sp>
      <p:pic>
        <p:nvPicPr>
          <p:cNvPr id="136" name="Google Shape;133;g3f75d711436_0_44"/>
          <p:cNvPicPr>
            <a:picLocks xmlns:a="http://schemas.openxmlformats.org/drawingml/2006/main" noChangeAspect="1"/>
          </p:cNvPicPr>
          <p:nvPr/>
        </p:nvPicPr>
        <p:blipFill>
          <a:blip xmlns:r="http://schemas.openxmlformats.org/officeDocument/2006/relationships" xmlns:a="http://schemas.openxmlformats.org/drawingml/2006/main" r:embed="R657f541a16b342a2">
            <a:alphaModFix/>
          </a:blip>
          <a:stretch xmlns:a="http://schemas.openxmlformats.org/drawingml/2006/main">
            <a:fillRect l="0" t="0" r="0" b="0"/>
          </a:stretch>
        </p:blipFill>
        <p:spPr>
          <a:xfrm xmlns:a="http://schemas.openxmlformats.org/drawingml/2006/main">
            <a:off x="2743599" y="1184925"/>
            <a:ext cx="7059600" cy="4630025"/>
          </a:xfrm>
          <a:prstGeom xmlns:a="http://schemas.openxmlformats.org/drawingml/2006/main" prst="rect">
            <a:avLst/>
          </a:prstGeom>
          <a:ln xmlns:a="http://schemas.openxmlformats.org/drawingml/2006/main" w="9525" cap="flat" cmpd="sng">
            <a:solidFill>
              <a:schemeClr val="dk2"/>
            </a:solidFill>
            <a:prstDash val="solid"/>
            <a:round/>
          </a:ln>
        </p:spPr>
      </p:pic>
      <p:sp>
        <p:nvSpPr>
          <p:cNvPr id="134" name="results-caption">
            <a:extLst xmlns:a="http://schemas.openxmlformats.org/drawingml/2006/main">
              <a:ext uri="{FF2B5EF4-FFF2-40B4-BE49-F238E27FC236}">
                <a16:creationId xmlns:a16="http://schemas.microsoft.com/office/drawing/2014/main" id="{321A4DB9-41A9-4123-90EA-6A82DADC7431}"/>
              </a:ext>
            </a:extLst>
          </p:cNvPr>
          <p:cNvSpPr>
            <a:spLocks xmlns:a="http://schemas.openxmlformats.org/drawingml/2006/main" noGrp="1"/>
          </p:cNvSpPr>
          <p:nvPr/>
        </p:nvSpPr>
        <p:spPr>
          <a:xfrm xmlns:a="http://schemas.openxmlformats.org/drawingml/2006/main">
            <a:off x="2381250" y="5857875"/>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F1F1F"/>
                </a:solidFill>
              </a:defRPr>
            </a:pPr>
            <a:r>
              <a:rPr sz="1350" b="0">
                <a:solidFill>
                  <a:srgbClr val="1F1F1F"/>
                </a:solidFill>
              </a:rPr>
              <a:t>Current interpretation: Chamfer and Volume F1 stay relatively high when outputs are valid, but Diff F1 drops when the edit lands on the wrong feature. The next improvement target is therefore feature grounding, not whole-part reconstruction.</a:t>
            </a:r>
          </a:p>
        </p:txBody>
      </p:sp>
    </p:spTree>
    <p:extLst>
      <p:ext uri="{BB962C8B-B14F-4D97-AF65-F5344CB8AC3E}">
        <p14:creationId xmlns:p14="http://schemas.microsoft.com/office/powerpoint/2010/main" val="19502786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8" name="Google Shape;138;g3f76e905f4e_0_33">
            <a:extLst xmlns:a="http://schemas.openxmlformats.org/drawingml/2006/main">
              <a:ext uri="{FF2B5EF4-FFF2-40B4-BE49-F238E27FC236}">
                <a16:creationId xmlns:a16="http://schemas.microsoft.com/office/drawing/2014/main" id="{772D13D7-37CA-4E57-B517-29D16B5E044B}"/>
              </a:ext>
            </a:extLst>
          </p:cNvPr>
          <p:cNvSpPr>
            <a:spLocks xmlns:a="http://schemas.openxmlformats.org/drawingml/2006/main" noGrp="1"/>
          </p:cNvSpPr>
          <p:nvPr>
            <p:ph type="title" idx="0"/>
          </p:nvPr>
        </p:nvSpPr>
        <p:spPr>
          <a:xfrm xmlns:a="http://schemas.openxmlformats.org/drawingml/2006/main">
            <a:off x="1385046" y="38344"/>
            <a:ext cx="9968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l">
              <a:spcBef>
                <a:spcPts val="0"/>
              </a:spcBef>
              <a:spcAft>
                <a:spcPts val="0"/>
              </a:spcAft>
              <a:buClr>
                <a:schemeClr val="dk1"/>
              </a:buClr>
              <a:buSzPts val="4400"/>
              <a:buFont typeface="Calibri"/>
              <a:buNone/>
            </a:pPr>
            <a:r>
              <a:rPr sz="3400">
                <a:latin typeface="Arial"/>
                <a:ea typeface="Arial"/>
                <a:cs typeface="Arial"/>
              </a:rPr>
              <a:t>Grounded CAD: Cost </a:t>
            </a:r>
            <a:r>
              <a:rPr sz="3400">
                <a:latin typeface="Arial"/>
                <a:ea typeface="Arial"/>
                <a:cs typeface="Arial"/>
              </a:rPr>
              <a:t>Efficiency</a:t>
            </a:r>
            <a:r>
              <a:rPr sz="3400">
                <a:latin typeface="Arial"/>
                <a:ea typeface="Arial"/>
                <a:cs typeface="Arial"/>
              </a:rPr>
              <a:t> &amp; Scalability</a:t>
            </a:r>
            <a:endParaRPr/>
          </a:p>
        </p:txBody>
      </p:sp>
      <p:sp>
        <p:nvSpPr>
          <p:cNvPr id="139" name="efficiency-panel-left">
            <a:extLst xmlns:a="http://schemas.openxmlformats.org/drawingml/2006/main">
              <a:ext uri="{FF2B5EF4-FFF2-40B4-BE49-F238E27FC236}">
                <a16:creationId xmlns:a16="http://schemas.microsoft.com/office/drawing/2014/main" id="{F661FA0E-BC9A-4C6B-AC60-B04432F31A16}"/>
              </a:ext>
            </a:extLst>
          </p:cNvPr>
          <p:cNvSpPr>
            <a:spLocks xmlns:a="http://schemas.openxmlformats.org/drawingml/2006/main" noGrp="1"/>
          </p:cNvSpPr>
          <p:nvPr/>
        </p:nvSpPr>
        <p:spPr>
          <a:xfrm xmlns:a="http://schemas.openxmlformats.org/drawingml/2006/main">
            <a:off x="1524000" y="1476375"/>
            <a:ext cx="4381500" cy="3619500"/>
          </a:xfrm>
          <a:prstGeom xmlns:a="http://schemas.openxmlformats.org/drawingml/2006/main" prst="roundRect">
            <a:avLst>
              <a:gd name="adj" fmla="val 526"/>
            </a:avLst>
          </a:prstGeom>
          <a:solidFill xmlns:a="http://schemas.openxmlformats.org/drawingml/2006/main">
            <a:srgbClr val="EEF5F2"/>
          </a:solidFill>
          <a:ln xmlns:a="http://schemas.openxmlformats.org/drawingml/2006/main" w="9525">
            <a:solidFill>
              <a:srgbClr val="2F5D50"/>
            </a:solidFill>
            <a:prstDash val="solid"/>
          </a:ln>
        </p:spPr>
      </p:sp>
      <p:sp>
        <p:nvSpPr>
          <p:cNvPr id="140" name="efficiency-panel-right">
            <a:extLst xmlns:a="http://schemas.openxmlformats.org/drawingml/2006/main">
              <a:ext uri="{FF2B5EF4-FFF2-40B4-BE49-F238E27FC236}">
                <a16:creationId xmlns:a16="http://schemas.microsoft.com/office/drawing/2014/main" id="{1594E632-B6AE-4142-8704-0DBA3CA197CC}"/>
              </a:ext>
            </a:extLst>
          </p:cNvPr>
          <p:cNvSpPr>
            <a:spLocks xmlns:a="http://schemas.openxmlformats.org/drawingml/2006/main" noGrp="1"/>
          </p:cNvSpPr>
          <p:nvPr/>
        </p:nvSpPr>
        <p:spPr>
          <a:xfrm xmlns:a="http://schemas.openxmlformats.org/drawingml/2006/main">
            <a:off x="6572250" y="1476375"/>
            <a:ext cx="4286250" cy="3619500"/>
          </a:xfrm>
          <a:prstGeom xmlns:a="http://schemas.openxmlformats.org/drawingml/2006/main" prst="roundRect">
            <a:avLst>
              <a:gd name="adj" fmla="val 526"/>
            </a:avLst>
          </a:prstGeom>
          <a:solidFill xmlns:a="http://schemas.openxmlformats.org/drawingml/2006/main">
            <a:srgbClr val="F6F6F6"/>
          </a:solidFill>
          <a:ln xmlns:a="http://schemas.openxmlformats.org/drawingml/2006/main" w="9525">
            <a:solidFill>
              <a:srgbClr val="2F5D50"/>
            </a:solidFill>
            <a:prstDash val="solid"/>
          </a:ln>
        </p:spPr>
      </p:sp>
      <p:sp>
        <p:nvSpPr>
          <p:cNvPr id="141" name="efficiency-left-title">
            <a:extLst xmlns:a="http://schemas.openxmlformats.org/drawingml/2006/main">
              <a:ext uri="{FF2B5EF4-FFF2-40B4-BE49-F238E27FC236}">
                <a16:creationId xmlns:a16="http://schemas.microsoft.com/office/drawing/2014/main" id="{EBA7DDC7-9BB3-479A-A9E1-21C3050D6DCB}"/>
              </a:ext>
            </a:extLst>
          </p:cNvPr>
          <p:cNvSpPr>
            <a:spLocks xmlns:a="http://schemas.openxmlformats.org/drawingml/2006/main" noGrp="1"/>
          </p:cNvSpPr>
          <p:nvPr/>
        </p:nvSpPr>
        <p:spPr>
          <a:xfrm xmlns:a="http://schemas.openxmlformats.org/drawingml/2006/main">
            <a:off x="1809750" y="17621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Token efficiency</a:t>
            </a:r>
          </a:p>
        </p:txBody>
      </p:sp>
      <p:sp>
        <p:nvSpPr>
          <p:cNvPr id="142" name="efficiency-left-body">
            <a:extLst xmlns:a="http://schemas.openxmlformats.org/drawingml/2006/main">
              <a:ext uri="{FF2B5EF4-FFF2-40B4-BE49-F238E27FC236}">
                <a16:creationId xmlns:a16="http://schemas.microsoft.com/office/drawing/2014/main" id="{82DF9FD9-5317-4615-B68B-6130C72F544C}"/>
              </a:ext>
            </a:extLst>
          </p:cNvPr>
          <p:cNvSpPr>
            <a:spLocks xmlns:a="http://schemas.openxmlformats.org/drawingml/2006/main" noGrp="1"/>
          </p:cNvSpPr>
          <p:nvPr/>
        </p:nvSpPr>
        <p:spPr>
          <a:xfrm xmlns:a="http://schemas.openxmlformats.org/drawingml/2006/main">
            <a:off x="1809750" y="2286000"/>
            <a:ext cx="3714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000000"/>
                </a:solidFill>
              </a:defRPr>
            </a:pPr>
            <a:r>
              <a:rPr sz="1650" b="0">
                <a:solidFill>
                  <a:srgbClr val="000000"/>
                </a:solidFill>
              </a:rPr>
              <a:t>The harness avoids sending full STEP text to the model.</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Instead, it sends compact geometry summaries, orthographic view sheets, parsed dimensions, and targeted retry feedback.</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Deterministic candidates handle cheap local edits before spending GPT calls.</a:t>
            </a:r>
          </a:p>
        </p:txBody>
      </p:sp>
      <p:sp>
        <p:nvSpPr>
          <p:cNvPr id="143" name="efficiency-right-title">
            <a:extLst xmlns:a="http://schemas.openxmlformats.org/drawingml/2006/main">
              <a:ext uri="{FF2B5EF4-FFF2-40B4-BE49-F238E27FC236}">
                <a16:creationId xmlns:a16="http://schemas.microsoft.com/office/drawing/2014/main" id="{1CC4AD10-D3F0-4674-A2CB-5D3E4B85B0E8}"/>
              </a:ext>
            </a:extLst>
          </p:cNvPr>
          <p:cNvSpPr>
            <a:spLocks xmlns:a="http://schemas.openxmlformats.org/drawingml/2006/main" noGrp="1"/>
          </p:cNvSpPr>
          <p:nvPr/>
        </p:nvSpPr>
        <p:spPr>
          <a:xfrm xmlns:a="http://schemas.openxmlformats.org/drawingml/2006/main">
            <a:off x="6858000" y="17621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Scalability safeguards</a:t>
            </a:r>
          </a:p>
        </p:txBody>
      </p:sp>
      <p:sp>
        <p:nvSpPr>
          <p:cNvPr id="144" name="efficiency-right-body">
            <a:extLst xmlns:a="http://schemas.openxmlformats.org/drawingml/2006/main">
              <a:ext uri="{FF2B5EF4-FFF2-40B4-BE49-F238E27FC236}">
                <a16:creationId xmlns:a16="http://schemas.microsoft.com/office/drawing/2014/main" id="{803B4D40-8A9E-4287-A522-0F6C0EE2F26B}"/>
              </a:ext>
            </a:extLst>
          </p:cNvPr>
          <p:cNvSpPr>
            <a:spLocks xmlns:a="http://schemas.openxmlformats.org/drawingml/2006/main" noGrp="1"/>
          </p:cNvSpPr>
          <p:nvPr/>
        </p:nvSpPr>
        <p:spPr>
          <a:xfrm xmlns:a="http://schemas.openxmlformats.org/drawingml/2006/main">
            <a:off x="6858000" y="2286000"/>
            <a:ext cx="35718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000000"/>
                </a:solidFill>
              </a:defRPr>
            </a:pPr>
            <a:r>
              <a:rPr sz="1650" b="0">
                <a:solidFill>
                  <a:srgbClr val="000000"/>
                </a:solidFill>
              </a:rPr>
              <a:t>Each row runs in a child process with a watchdog.</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Large assemblies skip expensive source rendering when it risks freezing the benchmark.</a:t>
            </a:r>
          </a:p>
          <a:p xmlns:a="http://schemas.openxmlformats.org/drawingml/2006/main">
            <a:r>
              <a:t/>
            </a:r>
          </a:p>
          <a:p xmlns:a="http://schemas.openxmlformats.org/drawingml/2006/main">
            <a:pPr algn="l">
              <a:defRPr sz="1650" b="0">
                <a:solidFill>
                  <a:srgbClr val="000000"/>
                </a:solidFill>
              </a:defRPr>
            </a:pPr>
            <a:r>
              <a:rPr sz="1650" b="0">
                <a:solidFill>
                  <a:srgbClr val="000000"/>
                </a:solidFill>
              </a:rPr>
              <a:t>Timeouts are no longer scored as ordinary valid predictions.</a:t>
            </a:r>
          </a:p>
        </p:txBody>
      </p:sp>
    </p:spTree>
    <p:extLst>
      <p:ext uri="{BB962C8B-B14F-4D97-AF65-F5344CB8AC3E}">
        <p14:creationId xmlns:p14="http://schemas.microsoft.com/office/powerpoint/2010/main" val="36343263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f75d711436_0_49">
            <a:extLst xmlns:a="http://schemas.openxmlformats.org/drawingml/2006/main">
              <a:ext uri="{FF2B5EF4-FFF2-40B4-BE49-F238E27FC236}">
                <a16:creationId xmlns:a16="http://schemas.microsoft.com/office/drawing/2014/main" id="{5D610A45-BF1D-4E4B-9032-699BBA48C043}"/>
              </a:ext>
            </a:extLst>
          </p:cNvPr>
          <p:cNvSpPr>
            <a:spLocks xmlns:a="http://schemas.openxmlformats.org/drawingml/2006/main" noGrp="1"/>
          </p:cNvSpPr>
          <p:nvPr>
            <p:ph type="title" idx="0"/>
          </p:nvPr>
        </p:nvSpPr>
        <p:spPr>
          <a:xfrm xmlns:a="http://schemas.openxmlformats.org/drawingml/2006/main">
            <a:off x="1376321" y="-6"/>
            <a:ext cx="109869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Grounded CAD: Visual evidence and examples</a:t>
            </a:r>
            <a:endParaRPr sz="3400">
              <a:latin typeface="Arial"/>
              <a:ea typeface="Arial"/>
              <a:cs typeface="Arial"/>
            </a:endParaRPr>
          </a:p>
        </p:txBody>
      </p:sp>
      <p:graphicFrame>
        <p:nvGraphicFramePr>
          <p:cNvPr id="148" name="Google Shape;144;g3f75d711436_0_49"/>
          <p:cNvGraphicFramePr/>
          <p:nvPr/>
        </p:nvGraphicFramePr>
        <p:xfrm>
          <a:off xmlns:a="http://schemas.openxmlformats.org/drawingml/2006/main" x="2371372" y="1025352"/>
          <a:ext xmlns:a="http://schemas.openxmlformats.org/drawingml/2006/main" cx="3000000" cy="3000000"/>
        </p:xfrm>
        <a:graphic xmlns:a="http://schemas.openxmlformats.org/drawingml/2006/main">
          <a:graphicData uri="http://schemas.openxmlformats.org/drawingml/2006/table">
            <a:tbl>
              <a:tblPr>
                <a:tableStyleId>{941A4BA4-8928-4C74-B3C0-A9A97B3EDFBC}</a:tableStyleId>
              </a:tblPr>
              <a:tblGrid>
                <a:gridCol w="4059925"/>
                <a:gridCol w="4352550"/>
              </a:tblGrid>
              <a:tr h="633300">
                <a:tc>
                  <a:txBody>
                    <a:bodyPr/>
                    <a:lstStyle/>
                    <a:p>
                      <a:pPr marL="0" marR="0" lvl="0" indent="0" algn="ctr">
                        <a:lnSpc>
                          <a:spcPct val="100000"/>
                        </a:lnSpc>
                        <a:spcBef>
                          <a:spcPts val="0"/>
                        </a:spcBef>
                        <a:spcAft>
                          <a:spcPts val="0"/>
                        </a:spcAft>
                        <a:buNone/>
                      </a:pPr>
                      <a:r>
                        <a:rPr sz="2200" b="1" u="none" cap="none"/>
                        <a:t>Initial Model</a:t>
                      </a:r>
                      <a:endParaRPr sz="1800"/>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c>
                  <a:txBody>
                    <a:bodyPr/>
                    <a:lstStyle/>
                    <a:p>
                      <a:pPr marL="0" marR="0" lvl="0" indent="0" algn="ctr">
                        <a:lnSpc>
                          <a:spcPct val="100000"/>
                        </a:lnSpc>
                        <a:spcBef>
                          <a:spcPts val="0"/>
                        </a:spcBef>
                        <a:spcAft>
                          <a:spcPts val="0"/>
                        </a:spcAft>
                        <a:buNone/>
                      </a:pPr>
                      <a:r>
                        <a:rPr sz="2200" b="1" i="0" u="none" cap="none">
                          <a:solidFill>
                            <a:schemeClr val="dk1"/>
                          </a:solidFill>
                          <a:latin typeface="Arial"/>
                          <a:ea typeface="Arial"/>
                          <a:cs typeface="Arial"/>
                        </a:rPr>
                        <a:t>Grounded CAD</a:t>
                      </a:r>
                      <a:endParaRPr sz="2200"/>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r>
              <a:tr h="1770350">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834800">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834800">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bl>
          </a:graphicData>
        </a:graphic>
      </p:graphicFrame>
      <p:pic>
        <p:nvPicPr>
          <p:cNvPr id="149" name="Google Shape;145;g3f75d711436_0_49"/>
          <p:cNvPicPr>
            <a:picLocks xmlns:a="http://schemas.openxmlformats.org/drawingml/2006/main" noChangeAspect="1"/>
          </p:cNvPicPr>
          <p:nvPr/>
        </p:nvPicPr>
        <p:blipFill>
          <a:blip xmlns:r="http://schemas.openxmlformats.org/officeDocument/2006/relationships" xmlns:a="http://schemas.openxmlformats.org/drawingml/2006/main" r:embed="Ra59094eaf3cc4606">
            <a:alphaModFix/>
          </a:blip>
          <a:stretch xmlns:a="http://schemas.openxmlformats.org/drawingml/2006/main">
            <a:fillRect l="0" t="0" r="0" b="0"/>
          </a:stretch>
        </p:blipFill>
        <p:spPr>
          <a:xfrm xmlns:a="http://schemas.openxmlformats.org/drawingml/2006/main">
            <a:off x="7726350" y="1792100"/>
            <a:ext cx="1883775" cy="1539200"/>
          </a:xfrm>
          <a:prstGeom xmlns:a="http://schemas.openxmlformats.org/drawingml/2006/main" prst="rect">
            <a:avLst/>
          </a:prstGeom>
          <a:ln xmlns:a="http://schemas.openxmlformats.org/drawingml/2006/main">
            <a:noFill/>
          </a:ln>
        </p:spPr>
      </p:pic>
      <p:sp>
        <p:nvSpPr>
          <p:cNvPr id="146" name="examples-note">
            <a:extLst xmlns:a="http://schemas.openxmlformats.org/drawingml/2006/main">
              <a:ext uri="{FF2B5EF4-FFF2-40B4-BE49-F238E27FC236}">
                <a16:creationId xmlns:a16="http://schemas.microsoft.com/office/drawing/2014/main" id="{8E30C93A-CF90-466A-9EE6-9E2CF9C478FB}"/>
              </a:ext>
            </a:extLst>
          </p:cNvPr>
          <p:cNvSpPr>
            <a:spLocks xmlns:a="http://schemas.openxmlformats.org/drawingml/2006/main" noGrp="1"/>
          </p:cNvSpPr>
          <p:nvPr/>
        </p:nvSpPr>
        <p:spPr>
          <a:xfrm xmlns:a="http://schemas.openxmlformats.org/drawingml/2006/main">
            <a:off x="2571750" y="54292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Example rows compare the original STEP-derived views with the edited output. The table is intentionally visual: it helps diagnose whether a low D score is caused by no-op output, wrong target selection, or a real but incomplete edit.</a:t>
            </a:r>
          </a:p>
        </p:txBody>
      </p:sp>
    </p:spTree>
    <p:extLst>
      <p:ext uri="{BB962C8B-B14F-4D97-AF65-F5344CB8AC3E}">
        <p14:creationId xmlns:p14="http://schemas.microsoft.com/office/powerpoint/2010/main" val="61837172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50" name="Google Shape;150;g3f75d711436_0_34">
            <a:extLst xmlns:a="http://schemas.openxmlformats.org/drawingml/2006/main">
              <a:ext uri="{FF2B5EF4-FFF2-40B4-BE49-F238E27FC236}">
                <a16:creationId xmlns:a16="http://schemas.microsoft.com/office/drawing/2014/main" id="{8D3528DD-5D9A-40D4-9F10-03A81784FD3C}"/>
              </a:ext>
            </a:extLst>
          </p:cNvPr>
          <p:cNvSpPr>
            <a:spLocks xmlns:a="http://schemas.openxmlformats.org/drawingml/2006/main" noGrp="1"/>
          </p:cNvSpPr>
          <p:nvPr>
            <p:ph type="title" idx="0"/>
          </p:nvPr>
        </p:nvSpPr>
        <p:spPr>
          <a:xfrm xmlns:a="http://schemas.openxmlformats.org/drawingml/2006/main">
            <a:off x="1411225" y="86500"/>
            <a:ext cx="106617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Ablation Study: What Actually Improved Diff F1</a:t>
            </a:r>
            <a:endParaRPr sz="3400"/>
          </a:p>
        </p:txBody>
      </p:sp>
      <p:sp>
        <p:nvSpPr>
          <p:cNvPr id="151" name="Google Shape;151;g3f75d711436_0_34">
            <a:extLst xmlns:a="http://schemas.openxmlformats.org/drawingml/2006/main">
              <a:ext uri="{FF2B5EF4-FFF2-40B4-BE49-F238E27FC236}">
                <a16:creationId xmlns:a16="http://schemas.microsoft.com/office/drawing/2014/main" id="{8F1A0D7E-65A8-4158-849F-7366DC0BF4EC}"/>
              </a:ext>
            </a:extLst>
          </p:cNvPr>
          <p:cNvSpPr>
            <a:spLocks xmlns:a="http://schemas.openxmlformats.org/drawingml/2006/main" noGrp="1"/>
          </p:cNvSpPr>
          <p:nvPr/>
        </p:nvSpPr>
        <p:spPr>
          <a:xfrm xmlns:a="http://schemas.openxmlformats.org/drawingml/2006/main">
            <a:off x="1561338" y="1412210"/>
            <a:ext cx="9758934"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285750" marR="0" lvl="0" indent="-285750" algn="l">
              <a:lnSpc>
                <a:spcPct val="100000"/>
              </a:lnSpc>
              <a:spcBef>
                <a:spcPts val="0"/>
              </a:spcBef>
              <a:spcAft>
                <a:spcPts val="0"/>
              </a:spcAft>
              <a:buClr>
                <a:srgbClr val="000000"/>
              </a:buClr>
              <a:buSzPts val="1800"/>
              <a:buFont typeface="Arial"/>
              <a:buChar char="•"/>
              <a:defRPr sz="1650">
                <a:solidFill>
                  <a:srgbClr val="000000"/>
                </a:solidFill>
              </a:defRPr>
            </a:pPr>
            <a:r>
              <a:rPr sz="1650" b="0" i="0" u="none" cap="none">
                <a:solidFill>
                  <a:srgbClr val="000000"/>
                </a:solidFill>
                <a:latin typeface="Arial"/>
                <a:ea typeface="Arial"/>
                <a:cs typeface="Arial"/>
              </a:rPr>
              <a:t>We did not use a multi-agent architecture. The strongest improvements came from better grounding, safer execution, and failure-aware retries.</a:t>
            </a:r>
            <a:endParaRPr/>
          </a:p>
        </p:txBody>
      </p:sp>
      <p:graphicFrame>
        <p:nvGraphicFramePr>
          <p:cNvPr id="174" name="Google Shape;152;g3f75d711436_0_34"/>
          <p:cNvGraphicFramePr/>
          <p:nvPr/>
        </p:nvGraphicFramePr>
        <p:xfrm>
          <a:off xmlns:a="http://schemas.openxmlformats.org/drawingml/2006/main" x="2066543" y="1996985"/>
          <a:ext xmlns:a="http://schemas.openxmlformats.org/drawingml/2006/main" cx="3000000" cy="3000000"/>
        </p:xfrm>
        <a:graphic xmlns:a="http://schemas.openxmlformats.org/drawingml/2006/main">
          <a:graphicData uri="http://schemas.openxmlformats.org/drawingml/2006/table">
            <a:tbl>
              <a:tblPr>
                <a:tableStyleId>{941A4BA4-8928-4C74-B3C0-A9A97B3EDFBC}</a:tableStyleId>
              </a:tblPr>
              <a:tblGrid>
                <a:gridCol w="2240275"/>
                <a:gridCol w="2228100"/>
              </a:tblGrid>
              <a:tr h="368800">
                <a:tc>
                  <a:txBody>
                    <a:bodyPr/>
                    <a:lstStyle/>
                    <a:p>
                      <a:pPr marL="0" marR="0" lvl="0" indent="0" algn="ctr">
                        <a:lnSpc>
                          <a:spcPct val="100000"/>
                        </a:lnSpc>
                        <a:spcBef>
                          <a:spcPts val="0"/>
                        </a:spcBef>
                        <a:spcAft>
                          <a:spcPts val="0"/>
                        </a:spcAft>
                        <a:buNone/>
                      </a:pPr>
                      <a:r>
                        <a:rPr sz="1400" b="1" u="none" cap="none"/>
                        <a:t>Agent</a:t>
                      </a:r>
                      <a:endParaRPr b="1"/>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c>
                  <a:txBody>
                    <a:bodyPr/>
                    <a:lstStyle/>
                    <a:p>
                      <a:pPr marL="0" marR="0" lvl="0" indent="0" algn="ctr">
                        <a:lnSpc>
                          <a:spcPct val="100000"/>
                        </a:lnSpc>
                        <a:spcBef>
                          <a:spcPts val="0"/>
                        </a:spcBef>
                        <a:spcAft>
                          <a:spcPts val="0"/>
                        </a:spcAft>
                        <a:buNone/>
                      </a:pPr>
                      <a:r>
                        <a:rPr sz="1400" b="1" u="none" cap="none"/>
                        <a:t>Success Rate</a:t>
                      </a:r>
                      <a:endParaRPr b="1"/>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r>
              <a:tr h="448700">
                <a:tc>
                  <a:txBody>
                    <a:bodyPr/>
                    <a:lstStyle/>
                    <a:p>
                      <a:pPr marL="0" marR="0" lvl="0" indent="0" algn="ctr">
                        <a:lnSpc>
                          <a:spcPct val="100000"/>
                        </a:lnSpc>
                        <a:spcBef>
                          <a:spcPts val="0"/>
                        </a:spcBef>
                        <a:spcAft>
                          <a:spcPts val="0"/>
                        </a:spcAft>
                        <a:buNone/>
                      </a:pPr>
                      <a:r>
                        <a:rPr sz="1400" u="none" cap="none"/>
                        <a:t>Grounder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Classifier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Planner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Executor </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Verifier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r h="448700">
                <a:tc>
                  <a:txBody>
                    <a:bodyPr/>
                    <a:lstStyle/>
                    <a:p>
                      <a:pPr marL="0" marR="0" lvl="0" indent="0" algn="ctr">
                        <a:lnSpc>
                          <a:spcPct val="100000"/>
                        </a:lnSpc>
                        <a:spcBef>
                          <a:spcPts val="0"/>
                        </a:spcBef>
                        <a:spcAft>
                          <a:spcPts val="0"/>
                        </a:spcAft>
                        <a:buNone/>
                      </a:pPr>
                      <a:r>
                        <a:rPr sz="1400" u="none" cap="none"/>
                        <a:t>Critic</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r>
                        <a:t/>
                      </a: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r>
            </a:tbl>
          </a:graphicData>
        </a:graphic>
      </p:graphicFrame>
      <p:pic>
        <p:nvPicPr>
          <p:cNvPr id="175" name="Google Shape;153;g3f75d711436_0_34"/>
          <p:cNvPicPr>
            <a:picLocks xmlns:a="http://schemas.openxmlformats.org/drawingml/2006/main" noChangeAspect="1"/>
          </p:cNvPicPr>
          <p:nvPr/>
        </p:nvPicPr>
        <p:blipFill rotWithShape="1">
          <a:blip xmlns:r="http://schemas.openxmlformats.org/officeDocument/2006/relationships" xmlns:a="http://schemas.openxmlformats.org/drawingml/2006/main" r:embed="R56f02721c8e744e2">
            <a:alphaModFix/>
          </a:blip>
          <a:srcRect xmlns:a="http://schemas.openxmlformats.org/drawingml/2006/main" l="0" t="0" r="0" b="0"/>
          <a:stretch xmlns:a="http://schemas.openxmlformats.org/drawingml/2006/main"/>
        </p:blipFill>
        <p:spPr>
          <a:xfrm xmlns:a="http://schemas.openxmlformats.org/drawingml/2006/main">
            <a:off x="6910677" y="2106629"/>
            <a:ext cx="4961572" cy="2750673"/>
          </a:xfrm>
          <a:prstGeom xmlns:a="http://schemas.openxmlformats.org/drawingml/2006/main" prst="rect">
            <a:avLst/>
          </a:prstGeom>
          <a:ln xmlns:a="http://schemas.openxmlformats.org/drawingml/2006/main" w="9525" cap="flat" cmpd="sng">
            <a:solidFill>
              <a:srgbClr val="000000"/>
            </a:solidFill>
            <a:prstDash val="solid"/>
            <a:round/>
          </a:ln>
        </p:spPr>
      </p:pic>
      <p:sp>
        <p:nvSpPr>
          <p:cNvPr id="154" name="ablation-clean-canvas">
            <a:extLst xmlns:a="http://schemas.openxmlformats.org/drawingml/2006/main">
              <a:ext uri="{FF2B5EF4-FFF2-40B4-BE49-F238E27FC236}">
                <a16:creationId xmlns:a16="http://schemas.microsoft.com/office/drawing/2014/main" id="{8AC85C69-9711-457B-A173-D086531F3989}"/>
              </a:ext>
            </a:extLst>
          </p:cNvPr>
          <p:cNvSpPr>
            <a:spLocks xmlns:a="http://schemas.openxmlformats.org/drawingml/2006/main" noGrp="1"/>
          </p:cNvSpPr>
          <p:nvPr/>
        </p:nvSpPr>
        <p:spPr>
          <a:xfrm xmlns:a="http://schemas.openxmlformats.org/drawingml/2006/main">
            <a:off x="1571625" y="1952625"/>
            <a:ext cx="10334625" cy="3333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ablation-table-frame">
            <a:extLst xmlns:a="http://schemas.openxmlformats.org/drawingml/2006/main">
              <a:ext uri="{FF2B5EF4-FFF2-40B4-BE49-F238E27FC236}">
                <a16:creationId xmlns:a16="http://schemas.microsoft.com/office/drawing/2014/main" id="{BEB007D9-E21F-4057-824F-6FB380C3D32F}"/>
              </a:ext>
            </a:extLst>
          </p:cNvPr>
          <p:cNvSpPr>
            <a:spLocks xmlns:a="http://schemas.openxmlformats.org/drawingml/2006/main" noGrp="1"/>
          </p:cNvSpPr>
          <p:nvPr/>
        </p:nvSpPr>
        <p:spPr>
          <a:xfrm xmlns:a="http://schemas.openxmlformats.org/drawingml/2006/main">
            <a:off x="1762125" y="2095500"/>
            <a:ext cx="5810250" cy="2857500"/>
          </a:xfrm>
          <a:prstGeom xmlns:a="http://schemas.openxmlformats.org/drawingml/2006/main" prst="roundRect">
            <a:avLst>
              <a:gd name="adj" fmla="val 667"/>
            </a:avLst>
          </a:prstGeom>
          <a:solidFill xmlns:a="http://schemas.openxmlformats.org/drawingml/2006/main">
            <a:srgbClr val="FFFFFF"/>
          </a:solidFill>
          <a:ln xmlns:a="http://schemas.openxmlformats.org/drawingml/2006/main" w="9525">
            <a:solidFill>
              <a:srgbClr val="2F5D50"/>
            </a:solidFill>
            <a:prstDash val="solid"/>
          </a:ln>
        </p:spPr>
      </p:sp>
      <p:sp>
        <p:nvSpPr>
          <p:cNvPr id="156" name="ablation-h1">
            <a:extLst xmlns:a="http://schemas.openxmlformats.org/drawingml/2006/main">
              <a:ext uri="{FF2B5EF4-FFF2-40B4-BE49-F238E27FC236}">
                <a16:creationId xmlns:a16="http://schemas.microsoft.com/office/drawing/2014/main" id="{A62C7B65-CA0A-48ED-9EBF-EBE485ED6F23}"/>
              </a:ext>
            </a:extLst>
          </p:cNvPr>
          <p:cNvSpPr>
            <a:spLocks xmlns:a="http://schemas.openxmlformats.org/drawingml/2006/main" noGrp="1"/>
          </p:cNvSpPr>
          <p:nvPr/>
        </p:nvSpPr>
        <p:spPr>
          <a:xfrm xmlns:a="http://schemas.openxmlformats.org/drawingml/2006/main">
            <a:off x="1952625" y="22383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00000"/>
                </a:solidFill>
              </a:defRPr>
            </a:pPr>
            <a:r>
              <a:rPr sz="1500" b="1">
                <a:solidFill>
                  <a:srgbClr val="000000"/>
                </a:solidFill>
              </a:rPr>
              <a:t>Component Tested</a:t>
            </a:r>
          </a:p>
        </p:txBody>
      </p:sp>
      <p:sp>
        <p:nvSpPr>
          <p:cNvPr id="157" name="ablation-h2">
            <a:extLst xmlns:a="http://schemas.openxmlformats.org/drawingml/2006/main">
              <a:ext uri="{FF2B5EF4-FFF2-40B4-BE49-F238E27FC236}">
                <a16:creationId xmlns:a16="http://schemas.microsoft.com/office/drawing/2014/main" id="{0E2B2C39-2596-4AAE-B3EF-F926A4FBE5AD}"/>
              </a:ext>
            </a:extLst>
          </p:cNvPr>
          <p:cNvSpPr>
            <a:spLocks xmlns:a="http://schemas.openxmlformats.org/drawingml/2006/main" noGrp="1"/>
          </p:cNvSpPr>
          <p:nvPr/>
        </p:nvSpPr>
        <p:spPr>
          <a:xfrm xmlns:a="http://schemas.openxmlformats.org/drawingml/2006/main">
            <a:off x="4619625" y="22383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00000"/>
                </a:solidFill>
              </a:defRPr>
            </a:pPr>
            <a:r>
              <a:rPr sz="1500" b="1">
                <a:solidFill>
                  <a:srgbClr val="000000"/>
                </a:solidFill>
              </a:rPr>
              <a:t>Observed Effect</a:t>
            </a:r>
          </a:p>
        </p:txBody>
      </p:sp>
      <p:sp>
        <p:nvSpPr>
          <p:cNvPr id="158" name="ablation-component-1">
            <a:extLst xmlns:a="http://schemas.openxmlformats.org/drawingml/2006/main">
              <a:ext uri="{FF2B5EF4-FFF2-40B4-BE49-F238E27FC236}">
                <a16:creationId xmlns:a16="http://schemas.microsoft.com/office/drawing/2014/main" id="{FE22065D-7B4C-491C-A14E-C0E6EE4BDBA8}"/>
              </a:ext>
            </a:extLst>
          </p:cNvPr>
          <p:cNvSpPr>
            <a:spLocks xmlns:a="http://schemas.openxmlformats.org/drawingml/2006/main" noGrp="1"/>
          </p:cNvSpPr>
          <p:nvPr/>
        </p:nvSpPr>
        <p:spPr>
          <a:xfrm xmlns:a="http://schemas.openxmlformats.org/drawingml/2006/main">
            <a:off x="1952625" y="2686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Orthographic sheet</a:t>
            </a:r>
          </a:p>
        </p:txBody>
      </p:sp>
      <p:sp>
        <p:nvSpPr>
          <p:cNvPr id="159" name="ablation-effect-1">
            <a:extLst xmlns:a="http://schemas.openxmlformats.org/drawingml/2006/main">
              <a:ext uri="{FF2B5EF4-FFF2-40B4-BE49-F238E27FC236}">
                <a16:creationId xmlns:a16="http://schemas.microsoft.com/office/drawing/2014/main" id="{BCEE0B19-6BC1-46C6-9C29-4B4844C4544A}"/>
              </a:ext>
            </a:extLst>
          </p:cNvPr>
          <p:cNvSpPr>
            <a:spLocks xmlns:a="http://schemas.openxmlformats.org/drawingml/2006/main" noGrp="1"/>
          </p:cNvSpPr>
          <p:nvPr/>
        </p:nvSpPr>
        <p:spPr>
          <a:xfrm xmlns:a="http://schemas.openxmlformats.org/drawingml/2006/main">
            <a:off x="4476750" y="2686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000000"/>
                </a:solidFill>
              </a:defRPr>
            </a:pPr>
            <a:r>
              <a:rPr sz="1050" b="0">
                <a:solidFill>
                  <a:srgbClr val="000000"/>
                </a:solidFill>
              </a:rPr>
              <a:t>Helped after true axis-aligned views were fixed</a:t>
            </a:r>
          </a:p>
        </p:txBody>
      </p:sp>
      <p:sp>
        <p:nvSpPr>
          <p:cNvPr id="160" name="ablation-component-2">
            <a:extLst xmlns:a="http://schemas.openxmlformats.org/drawingml/2006/main">
              <a:ext uri="{FF2B5EF4-FFF2-40B4-BE49-F238E27FC236}">
                <a16:creationId xmlns:a16="http://schemas.microsoft.com/office/drawing/2014/main" id="{56C7E699-681E-415C-9873-D7F773D0C73C}"/>
              </a:ext>
            </a:extLst>
          </p:cNvPr>
          <p:cNvSpPr>
            <a:spLocks xmlns:a="http://schemas.openxmlformats.org/drawingml/2006/main" noGrp="1"/>
          </p:cNvSpPr>
          <p:nvPr/>
        </p:nvSpPr>
        <p:spPr>
          <a:xfrm xmlns:a="http://schemas.openxmlformats.org/drawingml/2006/main">
            <a:off x="1952625" y="30194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Generic highlighting</a:t>
            </a:r>
          </a:p>
        </p:txBody>
      </p:sp>
      <p:sp>
        <p:nvSpPr>
          <p:cNvPr id="161" name="ablation-effect-2">
            <a:extLst xmlns:a="http://schemas.openxmlformats.org/drawingml/2006/main">
              <a:ext uri="{FF2B5EF4-FFF2-40B4-BE49-F238E27FC236}">
                <a16:creationId xmlns:a16="http://schemas.microsoft.com/office/drawing/2014/main" id="{86031FCD-A6DE-4FCA-83AB-3485E00A4156}"/>
              </a:ext>
            </a:extLst>
          </p:cNvPr>
          <p:cNvSpPr>
            <a:spLocks xmlns:a="http://schemas.openxmlformats.org/drawingml/2006/main" noGrp="1"/>
          </p:cNvSpPr>
          <p:nvPr/>
        </p:nvSpPr>
        <p:spPr>
          <a:xfrm xmlns:a="http://schemas.openxmlformats.org/drawingml/2006/main">
            <a:off x="4476750" y="30194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000000"/>
                </a:solidFill>
              </a:defRPr>
            </a:pPr>
            <a:r>
              <a:rPr sz="1050" b="0">
                <a:solidFill>
                  <a:srgbClr val="000000"/>
                </a:solidFill>
              </a:rPr>
              <a:t>Reduced score by confusing target selection</a:t>
            </a:r>
          </a:p>
        </p:txBody>
      </p:sp>
      <p:sp>
        <p:nvSpPr>
          <p:cNvPr id="162" name="ablation-component-3">
            <a:extLst xmlns:a="http://schemas.openxmlformats.org/drawingml/2006/main">
              <a:ext uri="{FF2B5EF4-FFF2-40B4-BE49-F238E27FC236}">
                <a16:creationId xmlns:a16="http://schemas.microsoft.com/office/drawing/2014/main" id="{DA125619-2312-403A-A6D9-8B8858F30D9B}"/>
              </a:ext>
            </a:extLst>
          </p:cNvPr>
          <p:cNvSpPr>
            <a:spLocks xmlns:a="http://schemas.openxmlformats.org/drawingml/2006/main" noGrp="1"/>
          </p:cNvSpPr>
          <p:nvPr/>
        </p:nvSpPr>
        <p:spPr>
          <a:xfrm xmlns:a="http://schemas.openxmlformats.org/drawingml/2006/main">
            <a:off x="1952625" y="3352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STEP / ISO RAG</a:t>
            </a:r>
          </a:p>
        </p:txBody>
      </p:sp>
      <p:sp>
        <p:nvSpPr>
          <p:cNvPr id="163" name="ablation-effect-3">
            <a:extLst xmlns:a="http://schemas.openxmlformats.org/drawingml/2006/main">
              <a:ext uri="{FF2B5EF4-FFF2-40B4-BE49-F238E27FC236}">
                <a16:creationId xmlns:a16="http://schemas.microsoft.com/office/drawing/2014/main" id="{B4602130-E5C1-424F-B372-376A42163697}"/>
              </a:ext>
            </a:extLst>
          </p:cNvPr>
          <p:cNvSpPr>
            <a:spLocks xmlns:a="http://schemas.openxmlformats.org/drawingml/2006/main" noGrp="1"/>
          </p:cNvSpPr>
          <p:nvPr/>
        </p:nvSpPr>
        <p:spPr>
          <a:xfrm xmlns:a="http://schemas.openxmlformats.org/drawingml/2006/main">
            <a:off x="4476750" y="33528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000000"/>
                </a:solidFill>
              </a:defRPr>
            </a:pPr>
            <a:r>
              <a:rPr sz="1050" b="0">
                <a:solidFill>
                  <a:srgbClr val="000000"/>
                </a:solidFill>
              </a:rPr>
              <a:t>Added tokens with limited gain over geometry census</a:t>
            </a:r>
          </a:p>
        </p:txBody>
      </p:sp>
      <p:sp>
        <p:nvSpPr>
          <p:cNvPr id="164" name="ablation-component-4">
            <a:extLst xmlns:a="http://schemas.openxmlformats.org/drawingml/2006/main">
              <a:ext uri="{FF2B5EF4-FFF2-40B4-BE49-F238E27FC236}">
                <a16:creationId xmlns:a16="http://schemas.microsoft.com/office/drawing/2014/main" id="{478ACA5E-33AE-4594-B846-5AEBBF8E88EC}"/>
              </a:ext>
            </a:extLst>
          </p:cNvPr>
          <p:cNvSpPr>
            <a:spLocks xmlns:a="http://schemas.openxmlformats.org/drawingml/2006/main" noGrp="1"/>
          </p:cNvSpPr>
          <p:nvPr/>
        </p:nvSpPr>
        <p:spPr>
          <a:xfrm xmlns:a="http://schemas.openxmlformats.org/drawingml/2006/main">
            <a:off x="1952625" y="36861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Candidate enumeration</a:t>
            </a:r>
          </a:p>
        </p:txBody>
      </p:sp>
      <p:sp>
        <p:nvSpPr>
          <p:cNvPr id="165" name="ablation-effect-4">
            <a:extLst xmlns:a="http://schemas.openxmlformats.org/drawingml/2006/main">
              <a:ext uri="{FF2B5EF4-FFF2-40B4-BE49-F238E27FC236}">
                <a16:creationId xmlns:a16="http://schemas.microsoft.com/office/drawing/2014/main" id="{F96402BF-FCA0-4CD0-B1CF-DFE461D9A89B}"/>
              </a:ext>
            </a:extLst>
          </p:cNvPr>
          <p:cNvSpPr>
            <a:spLocks xmlns:a="http://schemas.openxmlformats.org/drawingml/2006/main" noGrp="1"/>
          </p:cNvSpPr>
          <p:nvPr/>
        </p:nvSpPr>
        <p:spPr>
          <a:xfrm xmlns:a="http://schemas.openxmlformats.org/drawingml/2006/main">
            <a:off x="4476750" y="36861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000000"/>
                </a:solidFill>
              </a:defRPr>
            </a:pPr>
            <a:r>
              <a:rPr sz="1050" b="0">
                <a:solidFill>
                  <a:srgbClr val="000000"/>
                </a:solidFill>
              </a:rPr>
              <a:t>Avoided no-ops but can choose wrong scope</a:t>
            </a:r>
          </a:p>
        </p:txBody>
      </p:sp>
      <p:sp>
        <p:nvSpPr>
          <p:cNvPr id="166" name="ablation-component-5">
            <a:extLst xmlns:a="http://schemas.openxmlformats.org/drawingml/2006/main">
              <a:ext uri="{FF2B5EF4-FFF2-40B4-BE49-F238E27FC236}">
                <a16:creationId xmlns:a16="http://schemas.microsoft.com/office/drawing/2014/main" id="{E093270C-E5A8-4B46-B49B-1A1BC0A01125}"/>
              </a:ext>
            </a:extLst>
          </p:cNvPr>
          <p:cNvSpPr>
            <a:spLocks xmlns:a="http://schemas.openxmlformats.org/drawingml/2006/main" noGrp="1"/>
          </p:cNvSpPr>
          <p:nvPr/>
        </p:nvSpPr>
        <p:spPr>
          <a:xfrm xmlns:a="http://schemas.openxmlformats.org/drawingml/2006/main">
            <a:off x="1952625" y="40195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Failure buckets</a:t>
            </a:r>
          </a:p>
        </p:txBody>
      </p:sp>
      <p:sp>
        <p:nvSpPr>
          <p:cNvPr id="167" name="ablation-effect-5">
            <a:extLst xmlns:a="http://schemas.openxmlformats.org/drawingml/2006/main">
              <a:ext uri="{FF2B5EF4-FFF2-40B4-BE49-F238E27FC236}">
                <a16:creationId xmlns:a16="http://schemas.microsoft.com/office/drawing/2014/main" id="{9085DEAB-58A5-4575-A26C-F318E5468DDE}"/>
              </a:ext>
            </a:extLst>
          </p:cNvPr>
          <p:cNvSpPr>
            <a:spLocks xmlns:a="http://schemas.openxmlformats.org/drawingml/2006/main" noGrp="1"/>
          </p:cNvSpPr>
          <p:nvPr/>
        </p:nvSpPr>
        <p:spPr>
          <a:xfrm xmlns:a="http://schemas.openxmlformats.org/drawingml/2006/main">
            <a:off x="4476750" y="40195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000000"/>
                </a:solidFill>
              </a:defRPr>
            </a:pPr>
            <a:r>
              <a:rPr sz="1050" b="0">
                <a:solidFill>
                  <a:srgbClr val="000000"/>
                </a:solidFill>
              </a:rPr>
              <a:t>Useful retry signals for identity and wrong scope</a:t>
            </a:r>
          </a:p>
        </p:txBody>
      </p:sp>
      <p:sp>
        <p:nvSpPr>
          <p:cNvPr id="168" name="ablation-component-6">
            <a:extLst xmlns:a="http://schemas.openxmlformats.org/drawingml/2006/main">
              <a:ext uri="{FF2B5EF4-FFF2-40B4-BE49-F238E27FC236}">
                <a16:creationId xmlns:a16="http://schemas.microsoft.com/office/drawing/2014/main" id="{73FF9CB6-0C29-4321-AA61-A6C4780A16F0}"/>
              </a:ext>
            </a:extLst>
          </p:cNvPr>
          <p:cNvSpPr>
            <a:spLocks xmlns:a="http://schemas.openxmlformats.org/drawingml/2006/main" noGrp="1"/>
          </p:cNvSpPr>
          <p:nvPr/>
        </p:nvSpPr>
        <p:spPr>
          <a:xfrm xmlns:a="http://schemas.openxmlformats.org/drawingml/2006/main">
            <a:off x="1952625" y="43529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Watchdog isolation</a:t>
            </a:r>
          </a:p>
        </p:txBody>
      </p:sp>
      <p:sp>
        <p:nvSpPr>
          <p:cNvPr id="169" name="ablation-effect-6">
            <a:extLst xmlns:a="http://schemas.openxmlformats.org/drawingml/2006/main">
              <a:ext uri="{FF2B5EF4-FFF2-40B4-BE49-F238E27FC236}">
                <a16:creationId xmlns:a16="http://schemas.microsoft.com/office/drawing/2014/main" id="{B4CE6AAA-8DD9-4FD9-94F0-3C5CE4FACE40}"/>
              </a:ext>
            </a:extLst>
          </p:cNvPr>
          <p:cNvSpPr>
            <a:spLocks xmlns:a="http://schemas.openxmlformats.org/drawingml/2006/main" noGrp="1"/>
          </p:cNvSpPr>
          <p:nvPr/>
        </p:nvSpPr>
        <p:spPr>
          <a:xfrm xmlns:a="http://schemas.openxmlformats.org/drawingml/2006/main">
            <a:off x="4476750" y="4352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000000"/>
                </a:solidFill>
              </a:defRPr>
            </a:pPr>
            <a:r>
              <a:rPr sz="1050" b="0">
                <a:solidFill>
                  <a:srgbClr val="000000"/>
                </a:solidFill>
              </a:rPr>
              <a:t>Stopped frozen rows from scoring as valid edits</a:t>
            </a:r>
          </a:p>
        </p:txBody>
      </p:sp>
      <p:sp>
        <p:nvSpPr>
          <p:cNvPr id="170" name="ablation-flow-frame">
            <a:extLst xmlns:a="http://schemas.openxmlformats.org/drawingml/2006/main">
              <a:ext uri="{FF2B5EF4-FFF2-40B4-BE49-F238E27FC236}">
                <a16:creationId xmlns:a16="http://schemas.microsoft.com/office/drawing/2014/main" id="{B3438266-CADB-47AB-8E8B-CA442D8C6BBD}"/>
              </a:ext>
            </a:extLst>
          </p:cNvPr>
          <p:cNvSpPr>
            <a:spLocks xmlns:a="http://schemas.openxmlformats.org/drawingml/2006/main" noGrp="1"/>
          </p:cNvSpPr>
          <p:nvPr/>
        </p:nvSpPr>
        <p:spPr>
          <a:xfrm xmlns:a="http://schemas.openxmlformats.org/drawingml/2006/main">
            <a:off x="7905750" y="2333625"/>
            <a:ext cx="3476625" cy="2143125"/>
          </a:xfrm>
          <a:prstGeom xmlns:a="http://schemas.openxmlformats.org/drawingml/2006/main" prst="roundRect">
            <a:avLst>
              <a:gd name="adj" fmla="val 889"/>
            </a:avLst>
          </a:prstGeom>
          <a:solidFill xmlns:a="http://schemas.openxmlformats.org/drawingml/2006/main">
            <a:srgbClr val="EEF5F2"/>
          </a:solidFill>
          <a:ln xmlns:a="http://schemas.openxmlformats.org/drawingml/2006/main" w="9525">
            <a:solidFill>
              <a:srgbClr val="2F5D50"/>
            </a:solidFill>
            <a:prstDash val="solid"/>
          </a:ln>
        </p:spPr>
      </p:sp>
      <p:sp>
        <p:nvSpPr>
          <p:cNvPr id="171" name="ablation-flow">
            <a:extLst xmlns:a="http://schemas.openxmlformats.org/drawingml/2006/main">
              <a:ext uri="{FF2B5EF4-FFF2-40B4-BE49-F238E27FC236}">
                <a16:creationId xmlns:a16="http://schemas.microsoft.com/office/drawing/2014/main" id="{EC95F896-0FA9-4B77-BD12-C7CC0C0BF0D4}"/>
              </a:ext>
            </a:extLst>
          </p:cNvPr>
          <p:cNvSpPr>
            <a:spLocks xmlns:a="http://schemas.openxmlformats.org/drawingml/2006/main" noGrp="1"/>
          </p:cNvSpPr>
          <p:nvPr/>
        </p:nvSpPr>
        <p:spPr>
          <a:xfrm xmlns:a="http://schemas.openxmlformats.org/drawingml/2006/main">
            <a:off x="8239125" y="2714625"/>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0000"/>
                </a:solidFill>
              </a:defRPr>
            </a:pPr>
            <a:r>
              <a:rPr sz="1800" b="1">
                <a:solidFill>
                  <a:srgbClr val="000000"/>
                </a:solidFill>
              </a:rPr>
              <a:t>Baseline Harness</a:t>
            </a:r>
          </a:p>
          <a:p xmlns:a="http://schemas.openxmlformats.org/drawingml/2006/main">
            <a:pPr algn="ctr">
              <a:defRPr sz="1800" b="1">
                <a:solidFill>
                  <a:srgbClr val="000000"/>
                </a:solidFill>
              </a:defRPr>
            </a:pPr>
            <a:r>
              <a:rPr sz="1800" b="1">
                <a:solidFill>
                  <a:srgbClr val="000000"/>
                </a:solidFill>
              </a:rPr>
              <a:t>-&gt; Add One Technique</a:t>
            </a:r>
          </a:p>
          <a:p xmlns:a="http://schemas.openxmlformats.org/drawingml/2006/main">
            <a:pPr algn="ctr">
              <a:defRPr sz="1800" b="1">
                <a:solidFill>
                  <a:srgbClr val="000000"/>
                </a:solidFill>
              </a:defRPr>
            </a:pPr>
            <a:r>
              <a:rPr sz="1800" b="1">
                <a:solidFill>
                  <a:srgbClr val="000000"/>
                </a:solidFill>
              </a:rPr>
              <a:t>-&gt; Fresh 48-Row Score</a:t>
            </a:r>
          </a:p>
          <a:p xmlns:a="http://schemas.openxmlformats.org/drawingml/2006/main">
            <a:pPr algn="ctr">
              <a:defRPr sz="1800" b="1">
                <a:solidFill>
                  <a:srgbClr val="000000"/>
                </a:solidFill>
              </a:defRPr>
            </a:pPr>
            <a:r>
              <a:rPr sz="1800" b="1">
                <a:solidFill>
                  <a:srgbClr val="000000"/>
                </a:solidFill>
              </a:rPr>
              <a:t>-&gt; Keep / Remove</a:t>
            </a:r>
          </a:p>
        </p:txBody>
      </p:sp>
    </p:spTree>
    <p:extLst>
      <p:ext uri="{BB962C8B-B14F-4D97-AF65-F5344CB8AC3E}">
        <p14:creationId xmlns:p14="http://schemas.microsoft.com/office/powerpoint/2010/main" val="9135920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8" name="Google Shape;158;g3f75d711436_0_39">
            <a:extLst xmlns:a="http://schemas.openxmlformats.org/drawingml/2006/main">
              <a:ext uri="{FF2B5EF4-FFF2-40B4-BE49-F238E27FC236}">
                <a16:creationId xmlns:a16="http://schemas.microsoft.com/office/drawing/2014/main" id="{A080E48B-77D3-4D34-BB66-B8F541307DE6}"/>
              </a:ext>
            </a:extLst>
          </p:cNvPr>
          <p:cNvSpPr>
            <a:spLocks xmlns:a="http://schemas.openxmlformats.org/drawingml/2006/main" noGrp="1"/>
          </p:cNvSpPr>
          <p:nvPr>
            <p:ph type="title" idx="0"/>
          </p:nvPr>
        </p:nvSpPr>
        <p:spPr>
          <a:xfrm xmlns:a="http://schemas.openxmlformats.org/drawingml/2006/main">
            <a:off x="1385050" y="177950"/>
            <a:ext cx="10636800" cy="132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Limitations, Observations, and Next Steps</a:t>
            </a:r>
            <a:endParaRPr sz="3100">
              <a:latin typeface="Georgia"/>
              <a:ea typeface="Georgia"/>
              <a:cs typeface="Georgia"/>
            </a:endParaRPr>
          </a:p>
        </p:txBody>
      </p:sp>
      <p:sp>
        <p:nvSpPr>
          <p:cNvPr id="159" name="Google Shape;159;g3f75d711436_0_39">
            <a:extLst xmlns:a="http://schemas.openxmlformats.org/drawingml/2006/main">
              <a:ext uri="{FF2B5EF4-FFF2-40B4-BE49-F238E27FC236}">
                <a16:creationId xmlns:a16="http://schemas.microsoft.com/office/drawing/2014/main" id="{4CDF1EAC-FBA8-4975-9440-E8F9A2F179B6}"/>
              </a:ext>
            </a:extLst>
          </p:cNvPr>
          <p:cNvSpPr>
            <a:spLocks xmlns:a="http://schemas.openxmlformats.org/drawingml/2006/main" noGrp="1"/>
          </p:cNvSpPr>
          <p:nvPr>
            <p:ph type="body" idx="4294967295"/>
          </p:nvPr>
        </p:nvSpPr>
        <p:spPr>
          <a:xfrm xmlns:a="http://schemas.openxmlformats.org/drawingml/2006/main">
            <a:off x="1385038" y="1327353"/>
            <a:ext cx="5892900" cy="388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90654"/>
          </a:bodyPr>
          <a:lstStyle xmlns:a="http://schemas.openxmlformats.org/drawingml/2006/main"/>
          <a:p xmlns:a="http://schemas.openxmlformats.org/drawingml/2006/main">
            <a:pPr marL="457200" lvl="0" indent="-336550" algn="just">
              <a:lnSpc>
                <a:spcPct val="90000"/>
              </a:lnSpc>
              <a:spcBef>
                <a:spcPts val="0"/>
              </a:spcBef>
              <a:spcAft>
                <a:spcPts val="0"/>
              </a:spcAft>
              <a:buSzPts val="1700"/>
              <a:buFont typeface="Arial"/>
              <a:buChar char="•"/>
            </a:pPr>
            <a:r>
              <a:rPr sz="1700" b="1">
                <a:latin typeface="Arial"/>
                <a:ea typeface="Arial"/>
                <a:cs typeface="Arial"/>
              </a:rPr>
              <a:t>Main limitation: The system can create valid geometry but still lose Diff F1 when it chooses the wrong edge, hole, face, or side of the part.</a:t>
            </a:r>
            <a:endParaRPr sz="1700">
              <a:latin typeface="Arial"/>
              <a:ea typeface="Arial"/>
              <a:cs typeface="Arial"/>
            </a:endParaRPr>
          </a:p>
          <a:p xmlns:a="http://schemas.openxmlformats.org/drawingml/2006/main">
            <a:pPr marL="457200" lvl="0" indent="0" algn="just">
              <a:lnSpc>
                <a:spcPct val="90000"/>
              </a:lnSpc>
              <a:spcBef>
                <a:spcPts val="0"/>
              </a:spcBef>
              <a:spcAft>
                <a:spcPts val="0"/>
              </a:spcAft>
              <a:buNone/>
            </a:pPr>
            <a:r>
              <a:t/>
            </a:r>
            <a:endParaRPr sz="1700">
              <a:latin typeface="Arial"/>
              <a:ea typeface="Arial"/>
              <a:cs typeface="Arial"/>
            </a:endParaRPr>
          </a:p>
          <a:p xmlns:a="http://schemas.openxmlformats.org/drawingml/2006/main">
            <a:pPr marL="457200" lvl="0" indent="-336550" algn="just">
              <a:lnSpc>
                <a:spcPct val="90000"/>
              </a:lnSpc>
              <a:spcBef>
                <a:spcPts val="0"/>
              </a:spcBef>
              <a:spcAft>
                <a:spcPts val="0"/>
              </a:spcAft>
              <a:buSzPts val="1700"/>
              <a:buFont typeface="Arial"/>
              <a:buChar char="•"/>
            </a:pPr>
            <a:r>
              <a:rPr sz="1700" b="1">
                <a:latin typeface="Arial"/>
                <a:ea typeface="Arial"/>
                <a:cs typeface="Arial"/>
              </a:rPr>
              <a:t>Observation: Direct STEP line edits are not reliable because STEP topology is interlinked. CadQuery/B-Rep operations are safer for producing valid edited solids.</a:t>
            </a:r>
            <a:endParaRPr sz="1700">
              <a:latin typeface="Arial"/>
              <a:ea typeface="Arial"/>
              <a:cs typeface="Arial"/>
            </a:endParaRPr>
          </a:p>
          <a:p xmlns:a="http://schemas.openxmlformats.org/drawingml/2006/main">
            <a:pPr marL="457200" lvl="0" indent="0" algn="just">
              <a:lnSpc>
                <a:spcPct val="90000"/>
              </a:lnSpc>
              <a:spcBef>
                <a:spcPts val="0"/>
              </a:spcBef>
              <a:spcAft>
                <a:spcPts val="0"/>
              </a:spcAft>
              <a:buNone/>
            </a:pPr>
            <a:r>
              <a:t/>
            </a:r>
            <a:endParaRPr sz="1700">
              <a:latin typeface="Arial"/>
              <a:ea typeface="Arial"/>
              <a:cs typeface="Arial"/>
            </a:endParaRPr>
          </a:p>
          <a:p xmlns:a="http://schemas.openxmlformats.org/drawingml/2006/main">
            <a:pPr marL="457200" lvl="0" indent="-336550" algn="just">
              <a:lnSpc>
                <a:spcPct val="90000"/>
              </a:lnSpc>
              <a:spcBef>
                <a:spcPts val="0"/>
              </a:spcBef>
              <a:spcAft>
                <a:spcPts val="0"/>
              </a:spcAft>
              <a:buSzPts val="1700"/>
              <a:buFont typeface="Arial"/>
              <a:buChar char="•"/>
            </a:pPr>
            <a:r>
              <a:rPr sz="1700" b="1">
                <a:latin typeface="Arial"/>
                <a:ea typeface="Arial"/>
                <a:cs typeface="Arial"/>
              </a:rPr>
              <a:t>Next step: Use failure buckets as control signals. When a row is tagged wrong_edge_or_scope, force re-grounding to alternate candidate features before accepting the edit.</a:t>
            </a:r>
            <a:endParaRPr sz="1700">
              <a:latin typeface="Arial"/>
              <a:ea typeface="Arial"/>
              <a:cs typeface="Arial"/>
            </a:endParaRPr>
          </a:p>
          <a:p xmlns:a="http://schemas.openxmlformats.org/drawingml/2006/main">
            <a:pPr marL="457200" lvl="0" indent="0" algn="just">
              <a:lnSpc>
                <a:spcPct val="90000"/>
              </a:lnSpc>
              <a:spcBef>
                <a:spcPts val="0"/>
              </a:spcBef>
              <a:spcAft>
                <a:spcPts val="0"/>
              </a:spcAft>
              <a:buNone/>
            </a:pPr>
            <a:r>
              <a:t/>
            </a:r>
            <a:endParaRPr sz="1700">
              <a:latin typeface="Arial"/>
              <a:ea typeface="Arial"/>
              <a:cs typeface="Arial"/>
            </a:endParaRPr>
          </a:p>
          <a:p xmlns:a="http://schemas.openxmlformats.org/drawingml/2006/main">
            <a:pPr marL="457200" lvl="0" indent="-336550" algn="just">
              <a:lnSpc>
                <a:spcPct val="90000"/>
              </a:lnSpc>
              <a:spcBef>
                <a:spcPts val="0"/>
              </a:spcBef>
              <a:spcAft>
                <a:spcPts val="0"/>
              </a:spcAft>
              <a:buSzPts val="1700"/>
              <a:buFont typeface="Arial"/>
              <a:buChar char="•"/>
            </a:pPr>
            <a:r>
              <a:rPr sz="1700">
                <a:latin typeface="Arial"/>
                <a:ea typeface="Arial"/>
                <a:cs typeface="Arial"/>
              </a:rPr>
              <a:t>Future scope: stronger B-Rep target matching, operation-specific validators, and a final fresh 48-row evaluation before claiming benchmark improvement.</a:t>
            </a:r>
            <a:endParaRPr sz="1700">
              <a:latin typeface="Arial"/>
              <a:ea typeface="Arial"/>
              <a:cs typeface="Arial"/>
            </a:endParaRPr>
          </a:p>
        </p:txBody>
      </p:sp>
      <p:pic>
        <p:nvPicPr>
          <p:cNvPr id="164" name="Google Shape;160;g3f75d711436_0_39"/>
          <p:cNvPicPr>
            <a:picLocks xmlns:a="http://schemas.openxmlformats.org/drawingml/2006/main" noChangeAspect="1"/>
          </p:cNvPicPr>
          <p:nvPr/>
        </p:nvPicPr>
        <p:blipFill rotWithShape="1">
          <a:blip xmlns:r="http://schemas.openxmlformats.org/officeDocument/2006/relationships" xmlns:a="http://schemas.openxmlformats.org/drawingml/2006/main" r:embed="Rbeef18ff5dc3444d">
            <a:alphaModFix/>
          </a:blip>
          <a:srcRect xmlns:a="http://schemas.openxmlformats.org/drawingml/2006/main" l="0" t="0" r="0" b="0"/>
          <a:stretch xmlns:a="http://schemas.openxmlformats.org/drawingml/2006/main"/>
        </p:blipFill>
        <p:spPr>
          <a:xfrm xmlns:a="http://schemas.openxmlformats.org/drawingml/2006/main">
            <a:off x="7833400" y="1231375"/>
            <a:ext cx="3093800" cy="2695725"/>
          </a:xfrm>
          <a:prstGeom xmlns:a="http://schemas.openxmlformats.org/drawingml/2006/main" prst="rect">
            <a:avLst/>
          </a:prstGeom>
          <a:ln xmlns:a="http://schemas.openxmlformats.org/drawingml/2006/main" w="9525" cap="flat" cmpd="sng">
            <a:solidFill>
              <a:schemeClr val="dk1"/>
            </a:solidFill>
            <a:prstDash val="solid"/>
            <a:round/>
          </a:ln>
        </p:spPr>
      </p:pic>
      <p:pic>
        <p:nvPicPr>
          <p:cNvPr id="165" name="Google Shape;161;g3f75d711436_0_39"/>
          <p:cNvPicPr>
            <a:picLocks xmlns:a="http://schemas.openxmlformats.org/drawingml/2006/main" noChangeAspect="1"/>
          </p:cNvPicPr>
          <p:nvPr/>
        </p:nvPicPr>
        <p:blipFill rotWithShape="1">
          <a:blip xmlns:r="http://schemas.openxmlformats.org/officeDocument/2006/relationships" xmlns:a="http://schemas.openxmlformats.org/drawingml/2006/main" r:embed="R83d8a3f5cfee4b69">
            <a:alphaModFix/>
          </a:blip>
          <a:srcRect xmlns:a="http://schemas.openxmlformats.org/drawingml/2006/main" l="650" t="3826" r="0" b="1985"/>
          <a:stretch xmlns:a="http://schemas.openxmlformats.org/drawingml/2006/main"/>
        </p:blipFill>
        <p:spPr>
          <a:xfrm xmlns:a="http://schemas.openxmlformats.org/drawingml/2006/main">
            <a:off x="6482125" y="4358341"/>
            <a:ext cx="4855464" cy="1145562"/>
          </a:xfrm>
          <a:prstGeom xmlns:a="http://schemas.openxmlformats.org/drawingml/2006/main" prst="rect">
            <a:avLst/>
          </a:prstGeom>
          <a:ln xmlns:a="http://schemas.openxmlformats.org/drawingml/2006/main" w="9525" cap="flat" cmpd="sng">
            <a:solidFill>
              <a:schemeClr val="dk1"/>
            </a:solidFill>
            <a:prstDash val="solid"/>
            <a:round/>
          </a:ln>
        </p:spPr>
      </p:pic>
    </p:spTree>
    <p:extLst>
      <p:ext uri="{BB962C8B-B14F-4D97-AF65-F5344CB8AC3E}">
        <p14:creationId xmlns:p14="http://schemas.microsoft.com/office/powerpoint/2010/main" val="2062811599"/>
      </p:ext>
    </p:extLst>
  </p:cSld>
</p:sld>
</file>

<file path=ppt/slides/slide10.xml><?xml version="1.0" encoding="utf-8"?>
<p:sld xmlns:p="http://schemas.openxmlformats.org/presentationml/2006/main" showMasterSp="0">
  <p:cSld>
    <p:spTree>
      <p:nvGrpSpPr>
        <p:cNvPr id="1" name=""/>
        <p:cNvGrpSpPr/>
        <p:nvPr/>
      </p:nvGrpSpPr>
      <p:grpSpPr>
        <a:xfrm xmlns:a="http://schemas.openxmlformats.org/drawingml/2006/main"/>
      </p:grpSpPr>
      <p:pic>
        <p:nvPicPr>
          <p:cNvPr id="5" name="Google Shape;167;p1"/>
          <p:cNvPicPr>
            <a:picLocks xmlns:a="http://schemas.openxmlformats.org/drawingml/2006/main" noChangeAspect="1"/>
          </p:cNvPicPr>
          <p:nvPr/>
        </p:nvPicPr>
        <p:blipFill rotWithShape="1">
          <a:blip xmlns:r="http://schemas.openxmlformats.org/officeDocument/2006/relationships" xmlns:a="http://schemas.openxmlformats.org/drawingml/2006/main" r:embed="R1759ce9b3a784929">
            <a:alphaModFix/>
          </a:blip>
          <a:srcRect xmlns:a="http://schemas.openxmlformats.org/drawingml/2006/main" l="0" t="0" r="0" b="0"/>
          <a:stretch xmlns:a="http://schemas.openxmlformats.org/drawingml/2006/main"/>
        </p:blipFill>
        <p:spPr>
          <a:xfrm xmlns:a="http://schemas.openxmlformats.org/drawingml/2006/main">
            <a:off x="0" y="0"/>
            <a:ext cx="3677375" cy="1057875"/>
          </a:xfrm>
          <a:prstGeom xmlns:a="http://schemas.openxmlformats.org/drawingml/2006/main" prst="rect">
            <a:avLst/>
          </a:prstGeom>
          <a:ln xmlns:a="http://schemas.openxmlformats.org/drawingml/2006/main">
            <a:noFill/>
          </a:ln>
        </p:spPr>
      </p:pic>
      <p:pic>
        <p:nvPicPr>
          <p:cNvPr id="6" name="Google Shape;168;p1"/>
          <p:cNvPicPr>
            <a:picLocks xmlns:a="http://schemas.openxmlformats.org/drawingml/2006/main" noChangeAspect="1"/>
          </p:cNvPicPr>
          <p:nvPr/>
        </p:nvPicPr>
        <p:blipFill rotWithShape="1">
          <a:blip xmlns:r="http://schemas.openxmlformats.org/officeDocument/2006/relationships" xmlns:a="http://schemas.openxmlformats.org/drawingml/2006/main" r:embed="R972d44246d3946f6">
            <a:alphaModFix/>
          </a:blip>
          <a:srcRect xmlns:a="http://schemas.openxmlformats.org/drawingml/2006/main" l="0" t="11449" r="0" b="24267"/>
          <a:stretch xmlns:a="http://schemas.openxmlformats.org/drawingml/2006/main"/>
        </p:blipFill>
        <p:spPr>
          <a:xfrm xmlns:a="http://schemas.openxmlformats.org/drawingml/2006/main">
            <a:off x="9191175" y="0"/>
            <a:ext cx="3000824" cy="1007625"/>
          </a:xfrm>
          <a:prstGeom xmlns:a="http://schemas.openxmlformats.org/drawingml/2006/main" prst="rect">
            <a:avLst/>
          </a:prstGeom>
          <a:ln xmlns:a="http://schemas.openxmlformats.org/drawingml/2006/main">
            <a:noFill/>
          </a:ln>
        </p:spPr>
      </p:pic>
      <p:pic>
        <p:nvPicPr>
          <p:cNvPr id="7" name="Google Shape;169;p1"/>
          <p:cNvPicPr>
            <a:picLocks xmlns:a="http://schemas.openxmlformats.org/drawingml/2006/main" noChangeAspect="1"/>
          </p:cNvPicPr>
          <p:nvPr/>
        </p:nvPicPr>
        <p:blipFill rotWithShape="1">
          <a:blip xmlns:r="http://schemas.openxmlformats.org/officeDocument/2006/relationships" xmlns:a="http://schemas.openxmlformats.org/drawingml/2006/main" r:embed="R0a14e099664f4d05">
            <a:alphaModFix/>
          </a:blip>
          <a:srcRect xmlns:a="http://schemas.openxmlformats.org/drawingml/2006/main" l="0" t="0" r="0" b="0"/>
          <a:stretch xmlns:a="http://schemas.openxmlformats.org/drawingml/2006/main"/>
        </p:blipFill>
        <p:spPr>
          <a:xfrm xmlns:a="http://schemas.openxmlformats.org/drawingml/2006/main">
            <a:off x="0" y="6457950"/>
            <a:ext cx="12191999" cy="469353"/>
          </a:xfrm>
          <a:prstGeom xmlns:a="http://schemas.openxmlformats.org/drawingml/2006/main" prst="rect">
            <a:avLst/>
          </a:prstGeom>
          <a:ln xmlns:a="http://schemas.openxmlformats.org/drawingml/2006/main">
            <a:noFill/>
          </a:ln>
        </p:spPr>
      </p:pic>
      <p:pic>
        <p:nvPicPr>
          <p:cNvPr id="8" name="Google Shape;170;p1"/>
          <p:cNvPicPr>
            <a:picLocks xmlns:a="http://schemas.openxmlformats.org/drawingml/2006/main" noChangeAspect="1"/>
          </p:cNvPicPr>
          <p:nvPr/>
        </p:nvPicPr>
        <p:blipFill rotWithShape="1">
          <a:blip xmlns:r="http://schemas.openxmlformats.org/officeDocument/2006/relationships" xmlns:a="http://schemas.openxmlformats.org/drawingml/2006/main" r:embed="Rddd19e7c0699458b">
            <a:alphaModFix/>
          </a:blip>
          <a:srcRect xmlns:a="http://schemas.openxmlformats.org/drawingml/2006/main" l="0" t="0" r="0" b="0"/>
          <a:stretch xmlns:a="http://schemas.openxmlformats.org/drawingml/2006/main"/>
        </p:blipFill>
        <p:spPr>
          <a:xfrm xmlns:a="http://schemas.openxmlformats.org/drawingml/2006/main">
            <a:off x="2874925" y="869025"/>
            <a:ext cx="5676775" cy="56391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64587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qualitative-clean-white-canvas">
            <a:extLst xmlns:a="http://schemas.openxmlformats.org/drawingml/2006/main">
              <a:ext uri="{FF2B5EF4-FFF2-40B4-BE49-F238E27FC236}">
                <a16:creationId xmlns:a16="http://schemas.microsoft.com/office/drawing/2014/main" id="{855E1977-FC82-4273-B064-C4849F7A3A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qualitative-title">
            <a:extLst xmlns:a="http://schemas.openxmlformats.org/drawingml/2006/main">
              <a:ext uri="{FF2B5EF4-FFF2-40B4-BE49-F238E27FC236}">
                <a16:creationId xmlns:a16="http://schemas.microsoft.com/office/drawing/2014/main" id="{FF254756-EADB-42B7-A547-09EF00A40F17}"/>
              </a:ext>
            </a:extLst>
          </p:cNvPr>
          <p:cNvSpPr>
            <a:spLocks xmlns:a="http://schemas.openxmlformats.org/drawingml/2006/main" noGrp="1"/>
          </p:cNvSpPr>
          <p:nvPr/>
        </p:nvSpPr>
        <p:spPr>
          <a:xfrm xmlns:a="http://schemas.openxmlformats.org/drawingml/2006/main">
            <a:off x="533400" y="323850"/>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7362E"/>
                </a:solidFill>
              </a:defRPr>
            </a:pPr>
            <a:r>
              <a:rPr sz="2250" b="1">
                <a:solidFill>
                  <a:srgbClr val="17362E"/>
                </a:solidFill>
              </a:rPr>
              <a:t>Official qualitative examples show where Diff F1 is won or lost</a:t>
            </a:r>
          </a:p>
        </p:txBody>
      </p:sp>
      <p:sp>
        <p:nvSpPr>
          <p:cNvPr id="3" name="qualitative-subtitle">
            <a:extLst xmlns:a="http://schemas.openxmlformats.org/drawingml/2006/main">
              <a:ext uri="{FF2B5EF4-FFF2-40B4-BE49-F238E27FC236}">
                <a16:creationId xmlns:a16="http://schemas.microsoft.com/office/drawing/2014/main" id="{E7A9279B-D82C-452E-B7F5-35A4FCB4601F}"/>
              </a:ext>
            </a:extLst>
          </p:cNvPr>
          <p:cNvSpPr>
            <a:spLocks xmlns:a="http://schemas.openxmlformats.org/drawingml/2006/main" noGrp="1"/>
          </p:cNvSpPr>
          <p:nvPr/>
        </p:nvSpPr>
        <p:spPr>
          <a:xfrm xmlns:a="http://schemas.openxmlformats.org/drawingml/2006/main">
            <a:off x="552450" y="7810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44444"/>
                </a:solidFill>
              </a:defRPr>
            </a:pPr>
            <a:r>
              <a:rPr sz="1200" b="0">
                <a:solidFill>
                  <a:srgbClr val="444444"/>
                </a:solidFill>
              </a:rPr>
              <a:t>Five required request IDs from the official submission instructions; metrics are from the fresh GPT-5.2 48-row run.</a:t>
            </a:r>
          </a:p>
        </p:txBody>
      </p:sp>
      <p:sp>
        <p:nvSpPr>
          <p:cNvPr id="4" name="qual-card-1">
            <a:extLst xmlns:a="http://schemas.openxmlformats.org/drawingml/2006/main">
              <a:ext uri="{FF2B5EF4-FFF2-40B4-BE49-F238E27FC236}">
                <a16:creationId xmlns:a16="http://schemas.microsoft.com/office/drawing/2014/main" id="{7F724F81-4A27-4DED-9A9B-881202611D2C}"/>
              </a:ext>
            </a:extLst>
          </p:cNvPr>
          <p:cNvSpPr>
            <a:spLocks xmlns:a="http://schemas.openxmlformats.org/drawingml/2006/main" noGrp="1"/>
          </p:cNvSpPr>
          <p:nvPr/>
        </p:nvSpPr>
        <p:spPr>
          <a:xfrm xmlns:a="http://schemas.openxmlformats.org/drawingml/2006/main">
            <a:off x="476250" y="1190625"/>
            <a:ext cx="2171700" cy="4876800"/>
          </a:xfrm>
          <a:prstGeom xmlns:a="http://schemas.openxmlformats.org/drawingml/2006/main" prst="roundRect">
            <a:avLst>
              <a:gd name="adj" fmla="val 877"/>
            </a:avLst>
          </a:prstGeom>
          <a:solidFill xmlns:a="http://schemas.openxmlformats.org/drawingml/2006/main">
            <a:srgbClr val="F7FBF9"/>
          </a:solidFill>
          <a:ln xmlns:a="http://schemas.openxmlformats.org/drawingml/2006/main" w="9525">
            <a:solidFill>
              <a:srgbClr val="2F5D50"/>
            </a:solidFill>
            <a:prstDash val="solid"/>
          </a:ln>
        </p:spPr>
      </p:sp>
      <p:sp>
        <p:nvSpPr>
          <p:cNvPr id="5" name="qual-id-1">
            <a:extLst xmlns:a="http://schemas.openxmlformats.org/drawingml/2006/main">
              <a:ext uri="{FF2B5EF4-FFF2-40B4-BE49-F238E27FC236}">
                <a16:creationId xmlns:a16="http://schemas.microsoft.com/office/drawing/2014/main" id="{5672F059-1E0B-42BC-8165-F7486A356EFD}"/>
              </a:ext>
            </a:extLst>
          </p:cNvPr>
          <p:cNvSpPr>
            <a:spLocks xmlns:a="http://schemas.openxmlformats.org/drawingml/2006/main" noGrp="1"/>
          </p:cNvSpPr>
          <p:nvPr/>
        </p:nvSpPr>
        <p:spPr>
          <a:xfrm xmlns:a="http://schemas.openxmlformats.org/drawingml/2006/main">
            <a:off x="590550" y="1304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7362E"/>
                </a:solidFill>
              </a:defRPr>
            </a:pPr>
            <a:r>
              <a:rPr sz="975" b="1">
                <a:solidFill>
                  <a:srgbClr val="17362E"/>
                </a:solidFill>
              </a:rPr>
              <a:t>SUJ2…9987 | boolean_modification</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256ae07295546a5"/>
          <a:stretch xmlns:a="http://schemas.openxmlformats.org/drawingml/2006/main"/>
        </p:blipFill>
        <p:spPr>
          <a:xfrm xmlns:a="http://schemas.openxmlformats.org/drawingml/2006/main">
            <a:off x="600075" y="1752377"/>
            <a:ext cx="1924050" cy="2029271"/>
          </a:xfrm>
          <a:prstGeom xmlns:a="http://schemas.openxmlformats.org/drawingml/2006/main" prst="rect">
            <a:avLst/>
          </a:prstGeom>
        </p:spPr>
      </p:pic>
      <p:sp>
        <p:nvSpPr>
          <p:cNvPr id="7" name="qual-summary-1">
            <a:extLst xmlns:a="http://schemas.openxmlformats.org/drawingml/2006/main">
              <a:ext uri="{FF2B5EF4-FFF2-40B4-BE49-F238E27FC236}">
                <a16:creationId xmlns:a16="http://schemas.microsoft.com/office/drawing/2014/main" id="{6F0ACD2E-1949-46ED-AE50-404319D0B52C}"/>
              </a:ext>
            </a:extLst>
          </p:cNvPr>
          <p:cNvSpPr>
            <a:spLocks xmlns:a="http://schemas.openxmlformats.org/drawingml/2006/main" noGrp="1"/>
          </p:cNvSpPr>
          <p:nvPr/>
        </p:nvSpPr>
        <p:spPr>
          <a:xfrm xmlns:a="http://schemas.openxmlformats.org/drawingml/2006/main">
            <a:off x="609600" y="40481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Round gear edges -&gt; straight spur teeth</a:t>
            </a:r>
          </a:p>
        </p:txBody>
      </p:sp>
      <p:sp>
        <p:nvSpPr>
          <p:cNvPr id="8" name="qual-metrics-1">
            <a:extLst xmlns:a="http://schemas.openxmlformats.org/drawingml/2006/main">
              <a:ext uri="{FF2B5EF4-FFF2-40B4-BE49-F238E27FC236}">
                <a16:creationId xmlns:a16="http://schemas.microsoft.com/office/drawing/2014/main" id="{7A9B3260-38CF-45AC-B7C5-D6E5F3B4BDCA}"/>
              </a:ext>
            </a:extLst>
          </p:cNvPr>
          <p:cNvSpPr>
            <a:spLocks xmlns:a="http://schemas.openxmlformats.org/drawingml/2006/main" noGrp="1"/>
          </p:cNvSpPr>
          <p:nvPr/>
        </p:nvSpPr>
        <p:spPr>
          <a:xfrm xmlns:a="http://schemas.openxmlformats.org/drawingml/2006/main">
            <a:off x="628650" y="4714875"/>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Diff F1 0.143</a:t>
            </a:r>
          </a:p>
          <a:p xmlns:a="http://schemas.openxmlformats.org/drawingml/2006/main">
            <a:pPr algn="ctr">
              <a:defRPr sz="1275" b="1">
                <a:solidFill>
                  <a:srgbClr val="111111"/>
                </a:solidFill>
              </a:defRPr>
            </a:pPr>
            <a:r>
              <a:rPr sz="1275" b="1">
                <a:solidFill>
                  <a:srgbClr val="111111"/>
                </a:solidFill>
              </a:rPr>
              <a:t>Vol F1 0.912 | Chamfer 0.973</a:t>
            </a:r>
          </a:p>
        </p:txBody>
      </p:sp>
      <p:sp>
        <p:nvSpPr>
          <p:cNvPr id="9" name="qual-bucket-1">
            <a:extLst xmlns:a="http://schemas.openxmlformats.org/drawingml/2006/main">
              <a:ext uri="{FF2B5EF4-FFF2-40B4-BE49-F238E27FC236}">
                <a16:creationId xmlns:a16="http://schemas.microsoft.com/office/drawing/2014/main" id="{F7D1FB92-C81B-4616-AD80-E3B169A42FBF}"/>
              </a:ext>
            </a:extLst>
          </p:cNvPr>
          <p:cNvSpPr>
            <a:spLocks xmlns:a="http://schemas.openxmlformats.org/drawingml/2006/main" noGrp="1"/>
          </p:cNvSpPr>
          <p:nvPr/>
        </p:nvSpPr>
        <p:spPr>
          <a:xfrm xmlns:a="http://schemas.openxmlformats.org/drawingml/2006/main">
            <a:off x="628650" y="54006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F1D1B"/>
                </a:solidFill>
              </a:defRPr>
            </a:pPr>
            <a:r>
              <a:rPr sz="1050" b="0">
                <a:solidFill>
                  <a:srgbClr val="6F1D1B"/>
                </a:solidFill>
              </a:rPr>
              <a:t>Failure bucket: wrong_edge_or_scope</a:t>
            </a:r>
          </a:p>
        </p:txBody>
      </p:sp>
      <p:sp>
        <p:nvSpPr>
          <p:cNvPr id="10" name="qual-card-2">
            <a:extLst xmlns:a="http://schemas.openxmlformats.org/drawingml/2006/main">
              <a:ext uri="{FF2B5EF4-FFF2-40B4-BE49-F238E27FC236}">
                <a16:creationId xmlns:a16="http://schemas.microsoft.com/office/drawing/2014/main" id="{3C8DCF80-1E08-485F-A61D-D99AB3ACAD23}"/>
              </a:ext>
            </a:extLst>
          </p:cNvPr>
          <p:cNvSpPr>
            <a:spLocks xmlns:a="http://schemas.openxmlformats.org/drawingml/2006/main" noGrp="1"/>
          </p:cNvSpPr>
          <p:nvPr/>
        </p:nvSpPr>
        <p:spPr>
          <a:xfrm xmlns:a="http://schemas.openxmlformats.org/drawingml/2006/main">
            <a:off x="2781300" y="1190625"/>
            <a:ext cx="2171700" cy="4876800"/>
          </a:xfrm>
          <a:prstGeom xmlns:a="http://schemas.openxmlformats.org/drawingml/2006/main" prst="roundRect">
            <a:avLst>
              <a:gd name="adj" fmla="val 877"/>
            </a:avLst>
          </a:prstGeom>
          <a:solidFill xmlns:a="http://schemas.openxmlformats.org/drawingml/2006/main">
            <a:srgbClr val="F7FBF9"/>
          </a:solidFill>
          <a:ln xmlns:a="http://schemas.openxmlformats.org/drawingml/2006/main" w="9525">
            <a:solidFill>
              <a:srgbClr val="2F5D50"/>
            </a:solidFill>
            <a:prstDash val="solid"/>
          </a:ln>
        </p:spPr>
      </p:sp>
      <p:sp>
        <p:nvSpPr>
          <p:cNvPr id="11" name="qual-id-2">
            <a:extLst xmlns:a="http://schemas.openxmlformats.org/drawingml/2006/main">
              <a:ext uri="{FF2B5EF4-FFF2-40B4-BE49-F238E27FC236}">
                <a16:creationId xmlns:a16="http://schemas.microsoft.com/office/drawing/2014/main" id="{6364035C-B40B-416E-9A42-3DB8CEE57DB8}"/>
              </a:ext>
            </a:extLst>
          </p:cNvPr>
          <p:cNvSpPr>
            <a:spLocks xmlns:a="http://schemas.openxmlformats.org/drawingml/2006/main" noGrp="1"/>
          </p:cNvSpPr>
          <p:nvPr/>
        </p:nvSpPr>
        <p:spPr>
          <a:xfrm xmlns:a="http://schemas.openxmlformats.org/drawingml/2006/main">
            <a:off x="2895600" y="1304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7362E"/>
                </a:solidFill>
              </a:defRPr>
            </a:pPr>
            <a:r>
              <a:rPr sz="975" b="1">
                <a:solidFill>
                  <a:srgbClr val="17362E"/>
                </a:solidFill>
              </a:rPr>
              <a:t>3YH2…3335 | feature_addition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bc44879010e4f96"/>
          <a:stretch xmlns:a="http://schemas.openxmlformats.org/drawingml/2006/main"/>
        </p:blipFill>
        <p:spPr>
          <a:xfrm xmlns:a="http://schemas.openxmlformats.org/drawingml/2006/main">
            <a:off x="2905125" y="1752377"/>
            <a:ext cx="1924050" cy="2029271"/>
          </a:xfrm>
          <a:prstGeom xmlns:a="http://schemas.openxmlformats.org/drawingml/2006/main" prst="rect">
            <a:avLst/>
          </a:prstGeom>
        </p:spPr>
      </p:pic>
      <p:sp>
        <p:nvSpPr>
          <p:cNvPr id="13" name="qual-summary-2">
            <a:extLst xmlns:a="http://schemas.openxmlformats.org/drawingml/2006/main">
              <a:ext uri="{FF2B5EF4-FFF2-40B4-BE49-F238E27FC236}">
                <a16:creationId xmlns:a16="http://schemas.microsoft.com/office/drawing/2014/main" id="{76059255-2D87-4679-BAF2-81B3CABEE9AF}"/>
              </a:ext>
            </a:extLst>
          </p:cNvPr>
          <p:cNvSpPr>
            <a:spLocks xmlns:a="http://schemas.openxmlformats.org/drawingml/2006/main" noGrp="1"/>
          </p:cNvSpPr>
          <p:nvPr/>
        </p:nvSpPr>
        <p:spPr>
          <a:xfrm xmlns:a="http://schemas.openxmlformats.org/drawingml/2006/main">
            <a:off x="2914650" y="40481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Add cylindrical heads on long pins</a:t>
            </a:r>
          </a:p>
        </p:txBody>
      </p:sp>
      <p:sp>
        <p:nvSpPr>
          <p:cNvPr id="14" name="qual-metrics-2">
            <a:extLst xmlns:a="http://schemas.openxmlformats.org/drawingml/2006/main">
              <a:ext uri="{FF2B5EF4-FFF2-40B4-BE49-F238E27FC236}">
                <a16:creationId xmlns:a16="http://schemas.microsoft.com/office/drawing/2014/main" id="{7F3D71AF-D25D-453B-B0F5-38EC2A5B27D5}"/>
              </a:ext>
            </a:extLst>
          </p:cNvPr>
          <p:cNvSpPr>
            <a:spLocks xmlns:a="http://schemas.openxmlformats.org/drawingml/2006/main" noGrp="1"/>
          </p:cNvSpPr>
          <p:nvPr/>
        </p:nvSpPr>
        <p:spPr>
          <a:xfrm xmlns:a="http://schemas.openxmlformats.org/drawingml/2006/main">
            <a:off x="2933700" y="4714875"/>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Diff F1 0.023</a:t>
            </a:r>
          </a:p>
          <a:p xmlns:a="http://schemas.openxmlformats.org/drawingml/2006/main">
            <a:pPr algn="ctr">
              <a:defRPr sz="1275" b="1">
                <a:solidFill>
                  <a:srgbClr val="111111"/>
                </a:solidFill>
              </a:defRPr>
            </a:pPr>
            <a:r>
              <a:rPr sz="1275" b="1">
                <a:solidFill>
                  <a:srgbClr val="111111"/>
                </a:solidFill>
              </a:rPr>
              <a:t>Vol F1 0.361 | Chamfer 0.975</a:t>
            </a:r>
          </a:p>
        </p:txBody>
      </p:sp>
      <p:sp>
        <p:nvSpPr>
          <p:cNvPr id="15" name="qual-bucket-2">
            <a:extLst xmlns:a="http://schemas.openxmlformats.org/drawingml/2006/main">
              <a:ext uri="{FF2B5EF4-FFF2-40B4-BE49-F238E27FC236}">
                <a16:creationId xmlns:a16="http://schemas.microsoft.com/office/drawing/2014/main" id="{54593E7C-9B3A-48F8-A099-10D4F62A7043}"/>
              </a:ext>
            </a:extLst>
          </p:cNvPr>
          <p:cNvSpPr>
            <a:spLocks xmlns:a="http://schemas.openxmlformats.org/drawingml/2006/main" noGrp="1"/>
          </p:cNvSpPr>
          <p:nvPr/>
        </p:nvSpPr>
        <p:spPr>
          <a:xfrm xmlns:a="http://schemas.openxmlformats.org/drawingml/2006/main">
            <a:off x="2933700" y="54006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F1D1B"/>
                </a:solidFill>
              </a:defRPr>
            </a:pPr>
            <a:r>
              <a:rPr sz="1050" b="0">
                <a:solidFill>
                  <a:srgbClr val="6F1D1B"/>
                </a:solidFill>
              </a:rPr>
              <a:t>Failure bucket: misclassify</a:t>
            </a:r>
          </a:p>
        </p:txBody>
      </p:sp>
      <p:sp>
        <p:nvSpPr>
          <p:cNvPr id="16" name="qual-card-3">
            <a:extLst xmlns:a="http://schemas.openxmlformats.org/drawingml/2006/main">
              <a:ext uri="{FF2B5EF4-FFF2-40B4-BE49-F238E27FC236}">
                <a16:creationId xmlns:a16="http://schemas.microsoft.com/office/drawing/2014/main" id="{4A256198-B43F-4C3F-A49D-FBA44C1018A2}"/>
              </a:ext>
            </a:extLst>
          </p:cNvPr>
          <p:cNvSpPr>
            <a:spLocks xmlns:a="http://schemas.openxmlformats.org/drawingml/2006/main" noGrp="1"/>
          </p:cNvSpPr>
          <p:nvPr/>
        </p:nvSpPr>
        <p:spPr>
          <a:xfrm xmlns:a="http://schemas.openxmlformats.org/drawingml/2006/main">
            <a:off x="5086350" y="1190625"/>
            <a:ext cx="2171700" cy="4876800"/>
          </a:xfrm>
          <a:prstGeom xmlns:a="http://schemas.openxmlformats.org/drawingml/2006/main" prst="roundRect">
            <a:avLst>
              <a:gd name="adj" fmla="val 877"/>
            </a:avLst>
          </a:prstGeom>
          <a:solidFill xmlns:a="http://schemas.openxmlformats.org/drawingml/2006/main">
            <a:srgbClr val="F8F7F1"/>
          </a:solidFill>
          <a:ln xmlns:a="http://schemas.openxmlformats.org/drawingml/2006/main" w="9525">
            <a:solidFill>
              <a:srgbClr val="2F5D50"/>
            </a:solidFill>
            <a:prstDash val="solid"/>
          </a:ln>
        </p:spPr>
      </p:sp>
      <p:sp>
        <p:nvSpPr>
          <p:cNvPr id="17" name="qual-id-3">
            <a:extLst xmlns:a="http://schemas.openxmlformats.org/drawingml/2006/main">
              <a:ext uri="{FF2B5EF4-FFF2-40B4-BE49-F238E27FC236}">
                <a16:creationId xmlns:a16="http://schemas.microsoft.com/office/drawing/2014/main" id="{2100FB2A-DFC2-4164-B0C3-54B68CFA1DF6}"/>
              </a:ext>
            </a:extLst>
          </p:cNvPr>
          <p:cNvSpPr>
            <a:spLocks xmlns:a="http://schemas.openxmlformats.org/drawingml/2006/main" noGrp="1"/>
          </p:cNvSpPr>
          <p:nvPr/>
        </p:nvSpPr>
        <p:spPr>
          <a:xfrm xmlns:a="http://schemas.openxmlformats.org/drawingml/2006/main">
            <a:off x="5200650" y="1304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7362E"/>
                </a:solidFill>
              </a:defRPr>
            </a:pPr>
            <a:r>
              <a:rPr sz="975" b="1">
                <a:solidFill>
                  <a:srgbClr val="17362E"/>
                </a:solidFill>
              </a:rPr>
              <a:t>B7A2…4133 | feature_translation</a:t>
            </a:r>
          </a:p>
        </p:txBody>
      </p:sp>
      <p:sp>
        <p:nvSpPr>
          <p:cNvPr id="18" name="qual-placeholder-3">
            <a:extLst xmlns:a="http://schemas.openxmlformats.org/drawingml/2006/main">
              <a:ext uri="{FF2B5EF4-FFF2-40B4-BE49-F238E27FC236}">
                <a16:creationId xmlns:a16="http://schemas.microsoft.com/office/drawing/2014/main" id="{F597A262-E672-4162-89B4-1BA2D25D2C53}"/>
              </a:ext>
            </a:extLst>
          </p:cNvPr>
          <p:cNvSpPr>
            <a:spLocks xmlns:a="http://schemas.openxmlformats.org/drawingml/2006/main" noGrp="1"/>
          </p:cNvSpPr>
          <p:nvPr/>
        </p:nvSpPr>
        <p:spPr>
          <a:xfrm xmlns:a="http://schemas.openxmlformats.org/drawingml/2006/main">
            <a:off x="5210175" y="1647825"/>
            <a:ext cx="1924050" cy="2238375"/>
          </a:xfrm>
          <a:prstGeom xmlns:a="http://schemas.openxmlformats.org/drawingml/2006/main" prst="rect">
            <a:avLst/>
          </a:prstGeom>
          <a:solidFill xmlns:a="http://schemas.openxmlformats.org/drawingml/2006/main">
            <a:srgbClr val="F1EEE5"/>
          </a:solidFill>
          <a:ln xmlns:a="http://schemas.openxmlformats.org/drawingml/2006/main" w="9525">
            <a:solidFill>
              <a:srgbClr val="8A7D55"/>
            </a:solidFill>
            <a:prstDash val="solid"/>
          </a:ln>
        </p:spPr>
      </p:sp>
      <p:sp>
        <p:nvSpPr>
          <p:cNvPr id="19" name="qual-placeholder-text-3">
            <a:extLst xmlns:a="http://schemas.openxmlformats.org/drawingml/2006/main">
              <a:ext uri="{FF2B5EF4-FFF2-40B4-BE49-F238E27FC236}">
                <a16:creationId xmlns:a16="http://schemas.microsoft.com/office/drawing/2014/main" id="{3CD65FF6-AC79-4137-A966-60AD4304AC3C}"/>
              </a:ext>
            </a:extLst>
          </p:cNvPr>
          <p:cNvSpPr>
            <a:spLocks xmlns:a="http://schemas.openxmlformats.org/drawingml/2006/main" noGrp="1"/>
          </p:cNvSpPr>
          <p:nvPr/>
        </p:nvSpPr>
        <p:spPr>
          <a:xfrm xmlns:a="http://schemas.openxmlformats.org/drawingml/2006/main">
            <a:off x="5400675" y="2428875"/>
            <a:ext cx="154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5C512F"/>
                </a:solidFill>
              </a:defRPr>
            </a:pPr>
            <a:r>
              <a:rPr sz="1275" b="1">
                <a:solidFill>
                  <a:srgbClr val="5C512F"/>
                </a:solidFill>
              </a:rPr>
              <a:t>Render unavailable</a:t>
            </a:r>
          </a:p>
          <a:p xmlns:a="http://schemas.openxmlformats.org/drawingml/2006/main">
            <a:pPr algn="ctr">
              <a:defRPr sz="1275" b="1">
                <a:solidFill>
                  <a:srgbClr val="5C512F"/>
                </a:solidFill>
              </a:defRPr>
            </a:pPr>
            <a:r>
              <a:rPr sz="1275" b="1">
                <a:solidFill>
                  <a:srgbClr val="5C512F"/>
                </a:solidFill>
              </a:rPr>
              <a:t>CAD output + score exist</a:t>
            </a:r>
          </a:p>
        </p:txBody>
      </p:sp>
      <p:sp>
        <p:nvSpPr>
          <p:cNvPr id="20" name="qual-summary-3">
            <a:extLst xmlns:a="http://schemas.openxmlformats.org/drawingml/2006/main">
              <a:ext uri="{FF2B5EF4-FFF2-40B4-BE49-F238E27FC236}">
                <a16:creationId xmlns:a16="http://schemas.microsoft.com/office/drawing/2014/main" id="{3209E578-6BA9-4088-BC7D-CC59DA3D82E9}"/>
              </a:ext>
            </a:extLst>
          </p:cNvPr>
          <p:cNvSpPr>
            <a:spLocks xmlns:a="http://schemas.openxmlformats.org/drawingml/2006/main" noGrp="1"/>
          </p:cNvSpPr>
          <p:nvPr/>
        </p:nvSpPr>
        <p:spPr>
          <a:xfrm xmlns:a="http://schemas.openxmlformats.org/drawingml/2006/main">
            <a:off x="5219700" y="40481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Prolong black lever to front by 5 cm</a:t>
            </a:r>
          </a:p>
        </p:txBody>
      </p:sp>
      <p:sp>
        <p:nvSpPr>
          <p:cNvPr id="21" name="qual-metrics-3">
            <a:extLst xmlns:a="http://schemas.openxmlformats.org/drawingml/2006/main">
              <a:ext uri="{FF2B5EF4-FFF2-40B4-BE49-F238E27FC236}">
                <a16:creationId xmlns:a16="http://schemas.microsoft.com/office/drawing/2014/main" id="{B41ED82E-F8BE-4DA1-8D07-F66FC2C0E7FE}"/>
              </a:ext>
            </a:extLst>
          </p:cNvPr>
          <p:cNvSpPr>
            <a:spLocks xmlns:a="http://schemas.openxmlformats.org/drawingml/2006/main" noGrp="1"/>
          </p:cNvSpPr>
          <p:nvPr/>
        </p:nvSpPr>
        <p:spPr>
          <a:xfrm xmlns:a="http://schemas.openxmlformats.org/drawingml/2006/main">
            <a:off x="5238750" y="4714875"/>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Diff F1 0.245</a:t>
            </a:r>
          </a:p>
          <a:p xmlns:a="http://schemas.openxmlformats.org/drawingml/2006/main">
            <a:pPr algn="ctr">
              <a:defRPr sz="1275" b="1">
                <a:solidFill>
                  <a:srgbClr val="111111"/>
                </a:solidFill>
              </a:defRPr>
            </a:pPr>
            <a:r>
              <a:rPr sz="1275" b="1">
                <a:solidFill>
                  <a:srgbClr val="111111"/>
                </a:solidFill>
              </a:rPr>
              <a:t>Vol F1 0.638 | Chamfer 0.978</a:t>
            </a:r>
          </a:p>
        </p:txBody>
      </p:sp>
      <p:sp>
        <p:nvSpPr>
          <p:cNvPr id="22" name="qual-bucket-3">
            <a:extLst xmlns:a="http://schemas.openxmlformats.org/drawingml/2006/main">
              <a:ext uri="{FF2B5EF4-FFF2-40B4-BE49-F238E27FC236}">
                <a16:creationId xmlns:a16="http://schemas.microsoft.com/office/drawing/2014/main" id="{F0B02362-45C2-434D-BA0B-D9006F20E3CC}"/>
              </a:ext>
            </a:extLst>
          </p:cNvPr>
          <p:cNvSpPr>
            <a:spLocks xmlns:a="http://schemas.openxmlformats.org/drawingml/2006/main" noGrp="1"/>
          </p:cNvSpPr>
          <p:nvPr/>
        </p:nvSpPr>
        <p:spPr>
          <a:xfrm xmlns:a="http://schemas.openxmlformats.org/drawingml/2006/main">
            <a:off x="5238750" y="54006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F1D1B"/>
                </a:solidFill>
              </a:defRPr>
            </a:pPr>
            <a:r>
              <a:rPr sz="1050" b="0">
                <a:solidFill>
                  <a:srgbClr val="6F1D1B"/>
                </a:solidFill>
              </a:rPr>
              <a:t>Failure bucket: misclassify</a:t>
            </a:r>
          </a:p>
        </p:txBody>
      </p:sp>
      <p:sp>
        <p:nvSpPr>
          <p:cNvPr id="23" name="qual-card-4">
            <a:extLst xmlns:a="http://schemas.openxmlformats.org/drawingml/2006/main">
              <a:ext uri="{FF2B5EF4-FFF2-40B4-BE49-F238E27FC236}">
                <a16:creationId xmlns:a16="http://schemas.microsoft.com/office/drawing/2014/main" id="{D8657C34-C681-41E6-974A-9D35C65FA60C}"/>
              </a:ext>
            </a:extLst>
          </p:cNvPr>
          <p:cNvSpPr>
            <a:spLocks xmlns:a="http://schemas.openxmlformats.org/drawingml/2006/main" noGrp="1"/>
          </p:cNvSpPr>
          <p:nvPr/>
        </p:nvSpPr>
        <p:spPr>
          <a:xfrm xmlns:a="http://schemas.openxmlformats.org/drawingml/2006/main">
            <a:off x="7391400" y="1190625"/>
            <a:ext cx="2171700" cy="4876800"/>
          </a:xfrm>
          <a:prstGeom xmlns:a="http://schemas.openxmlformats.org/drawingml/2006/main" prst="roundRect">
            <a:avLst>
              <a:gd name="adj" fmla="val 877"/>
            </a:avLst>
          </a:prstGeom>
          <a:solidFill xmlns:a="http://schemas.openxmlformats.org/drawingml/2006/main">
            <a:srgbClr val="F7FBF9"/>
          </a:solidFill>
          <a:ln xmlns:a="http://schemas.openxmlformats.org/drawingml/2006/main" w="9525">
            <a:solidFill>
              <a:srgbClr val="2F5D50"/>
            </a:solidFill>
            <a:prstDash val="solid"/>
          </a:ln>
        </p:spPr>
      </p:sp>
      <p:sp>
        <p:nvSpPr>
          <p:cNvPr id="24" name="qual-id-4">
            <a:extLst xmlns:a="http://schemas.openxmlformats.org/drawingml/2006/main">
              <a:ext uri="{FF2B5EF4-FFF2-40B4-BE49-F238E27FC236}">
                <a16:creationId xmlns:a16="http://schemas.microsoft.com/office/drawing/2014/main" id="{31CB7CAB-2A14-4F68-AB17-4CAB469A208D}"/>
              </a:ext>
            </a:extLst>
          </p:cNvPr>
          <p:cNvSpPr>
            <a:spLocks xmlns:a="http://schemas.openxmlformats.org/drawingml/2006/main" noGrp="1"/>
          </p:cNvSpPr>
          <p:nvPr/>
        </p:nvSpPr>
        <p:spPr>
          <a:xfrm xmlns:a="http://schemas.openxmlformats.org/drawingml/2006/main">
            <a:off x="7505700" y="1304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7362E"/>
                </a:solidFill>
              </a:defRPr>
            </a:pPr>
            <a:r>
              <a:rPr sz="975" b="1">
                <a:solidFill>
                  <a:srgbClr val="17362E"/>
                </a:solidFill>
              </a:rPr>
              <a:t>F332…7142 | pattern</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7d11cda023224152"/>
          <a:stretch xmlns:a="http://schemas.openxmlformats.org/drawingml/2006/main"/>
        </p:blipFill>
        <p:spPr>
          <a:xfrm xmlns:a="http://schemas.openxmlformats.org/drawingml/2006/main">
            <a:off x="7515225" y="1752377"/>
            <a:ext cx="1924050" cy="2029271"/>
          </a:xfrm>
          <a:prstGeom xmlns:a="http://schemas.openxmlformats.org/drawingml/2006/main" prst="rect">
            <a:avLst/>
          </a:prstGeom>
        </p:spPr>
      </p:pic>
      <p:sp>
        <p:nvSpPr>
          <p:cNvPr id="26" name="qual-summary-4">
            <a:extLst xmlns:a="http://schemas.openxmlformats.org/drawingml/2006/main">
              <a:ext uri="{FF2B5EF4-FFF2-40B4-BE49-F238E27FC236}">
                <a16:creationId xmlns:a16="http://schemas.microsoft.com/office/drawing/2014/main" id="{2EA76145-0B92-475E-BDA8-56BCF3EB388A}"/>
              </a:ext>
            </a:extLst>
          </p:cNvPr>
          <p:cNvSpPr>
            <a:spLocks xmlns:a="http://schemas.openxmlformats.org/drawingml/2006/main" noGrp="1"/>
          </p:cNvSpPr>
          <p:nvPr/>
        </p:nvSpPr>
        <p:spPr>
          <a:xfrm xmlns:a="http://schemas.openxmlformats.org/drawingml/2006/main">
            <a:off x="7524750" y="40481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Add third rotor blade to assembly</a:t>
            </a:r>
          </a:p>
        </p:txBody>
      </p:sp>
      <p:sp>
        <p:nvSpPr>
          <p:cNvPr id="27" name="qual-metrics-4">
            <a:extLst xmlns:a="http://schemas.openxmlformats.org/drawingml/2006/main">
              <a:ext uri="{FF2B5EF4-FFF2-40B4-BE49-F238E27FC236}">
                <a16:creationId xmlns:a16="http://schemas.microsoft.com/office/drawing/2014/main" id="{18142ADD-BEF3-4CAA-8A12-D4F8BDCF0D2D}"/>
              </a:ext>
            </a:extLst>
          </p:cNvPr>
          <p:cNvSpPr>
            <a:spLocks xmlns:a="http://schemas.openxmlformats.org/drawingml/2006/main" noGrp="1"/>
          </p:cNvSpPr>
          <p:nvPr/>
        </p:nvSpPr>
        <p:spPr>
          <a:xfrm xmlns:a="http://schemas.openxmlformats.org/drawingml/2006/main">
            <a:off x="7543800" y="4714875"/>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Diff F1 0.108</a:t>
            </a:r>
          </a:p>
          <a:p xmlns:a="http://schemas.openxmlformats.org/drawingml/2006/main">
            <a:pPr algn="ctr">
              <a:defRPr sz="1275" b="1">
                <a:solidFill>
                  <a:srgbClr val="111111"/>
                </a:solidFill>
              </a:defRPr>
            </a:pPr>
            <a:r>
              <a:rPr sz="1275" b="1">
                <a:solidFill>
                  <a:srgbClr val="111111"/>
                </a:solidFill>
              </a:rPr>
              <a:t>Vol F1 0.347 | Chamfer 0.985</a:t>
            </a:r>
          </a:p>
        </p:txBody>
      </p:sp>
      <p:sp>
        <p:nvSpPr>
          <p:cNvPr id="28" name="qual-bucket-4">
            <a:extLst xmlns:a="http://schemas.openxmlformats.org/drawingml/2006/main">
              <a:ext uri="{FF2B5EF4-FFF2-40B4-BE49-F238E27FC236}">
                <a16:creationId xmlns:a16="http://schemas.microsoft.com/office/drawing/2014/main" id="{0285E83D-88E8-4D24-B3AA-93CC0BC2BF0F}"/>
              </a:ext>
            </a:extLst>
          </p:cNvPr>
          <p:cNvSpPr>
            <a:spLocks xmlns:a="http://schemas.openxmlformats.org/drawingml/2006/main" noGrp="1"/>
          </p:cNvSpPr>
          <p:nvPr/>
        </p:nvSpPr>
        <p:spPr>
          <a:xfrm xmlns:a="http://schemas.openxmlformats.org/drawingml/2006/main">
            <a:off x="7543800" y="54006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F1D1B"/>
                </a:solidFill>
              </a:defRPr>
            </a:pPr>
            <a:r>
              <a:rPr sz="1050" b="0">
                <a:solidFill>
                  <a:srgbClr val="6F1D1B"/>
                </a:solidFill>
              </a:rPr>
              <a:t>Failure bucket: occ_fail</a:t>
            </a:r>
          </a:p>
        </p:txBody>
      </p:sp>
      <p:sp>
        <p:nvSpPr>
          <p:cNvPr id="29" name="qual-card-5">
            <a:extLst xmlns:a="http://schemas.openxmlformats.org/drawingml/2006/main">
              <a:ext uri="{FF2B5EF4-FFF2-40B4-BE49-F238E27FC236}">
                <a16:creationId xmlns:a16="http://schemas.microsoft.com/office/drawing/2014/main" id="{7E62B58E-7A3F-423E-BA19-DA8CAC07E1B2}"/>
              </a:ext>
            </a:extLst>
          </p:cNvPr>
          <p:cNvSpPr>
            <a:spLocks xmlns:a="http://schemas.openxmlformats.org/drawingml/2006/main" noGrp="1"/>
          </p:cNvSpPr>
          <p:nvPr/>
        </p:nvSpPr>
        <p:spPr>
          <a:xfrm xmlns:a="http://schemas.openxmlformats.org/drawingml/2006/main">
            <a:off x="9696450" y="1190625"/>
            <a:ext cx="2171700" cy="4876800"/>
          </a:xfrm>
          <a:prstGeom xmlns:a="http://schemas.openxmlformats.org/drawingml/2006/main" prst="roundRect">
            <a:avLst>
              <a:gd name="adj" fmla="val 877"/>
            </a:avLst>
          </a:prstGeom>
          <a:solidFill xmlns:a="http://schemas.openxmlformats.org/drawingml/2006/main">
            <a:srgbClr val="F7FBF9"/>
          </a:solidFill>
          <a:ln xmlns:a="http://schemas.openxmlformats.org/drawingml/2006/main" w="9525">
            <a:solidFill>
              <a:srgbClr val="2F5D50"/>
            </a:solidFill>
            <a:prstDash val="solid"/>
          </a:ln>
        </p:spPr>
      </p:sp>
      <p:sp>
        <p:nvSpPr>
          <p:cNvPr id="30" name="qual-id-5">
            <a:extLst xmlns:a="http://schemas.openxmlformats.org/drawingml/2006/main">
              <a:ext uri="{FF2B5EF4-FFF2-40B4-BE49-F238E27FC236}">
                <a16:creationId xmlns:a16="http://schemas.microsoft.com/office/drawing/2014/main" id="{C666423D-7ED5-43D1-9BD4-0DDE07C5892E}"/>
              </a:ext>
            </a:extLst>
          </p:cNvPr>
          <p:cNvSpPr>
            <a:spLocks xmlns:a="http://schemas.openxmlformats.org/drawingml/2006/main" noGrp="1"/>
          </p:cNvSpPr>
          <p:nvPr/>
        </p:nvSpPr>
        <p:spPr>
          <a:xfrm xmlns:a="http://schemas.openxmlformats.org/drawingml/2006/main">
            <a:off x="9810750" y="13049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7362E"/>
                </a:solidFill>
              </a:defRPr>
            </a:pPr>
            <a:r>
              <a:rPr sz="975" b="1">
                <a:solidFill>
                  <a:srgbClr val="17362E"/>
                </a:solidFill>
              </a:rPr>
              <a:t>ZK22…4422 | hole_edit</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9d7c4cc5f4d24c44"/>
          <a:stretch xmlns:a="http://schemas.openxmlformats.org/drawingml/2006/main"/>
        </p:blipFill>
        <p:spPr>
          <a:xfrm xmlns:a="http://schemas.openxmlformats.org/drawingml/2006/main">
            <a:off x="9820275" y="1752377"/>
            <a:ext cx="1924050" cy="2029271"/>
          </a:xfrm>
          <a:prstGeom xmlns:a="http://schemas.openxmlformats.org/drawingml/2006/main" prst="rect">
            <a:avLst/>
          </a:prstGeom>
        </p:spPr>
      </p:pic>
      <p:sp>
        <p:nvSpPr>
          <p:cNvPr id="32" name="qual-summary-5">
            <a:extLst xmlns:a="http://schemas.openxmlformats.org/drawingml/2006/main">
              <a:ext uri="{FF2B5EF4-FFF2-40B4-BE49-F238E27FC236}">
                <a16:creationId xmlns:a16="http://schemas.microsoft.com/office/drawing/2014/main" id="{00B75959-D03E-4501-9F26-6B8E338B2C1E}"/>
              </a:ext>
            </a:extLst>
          </p:cNvPr>
          <p:cNvSpPr>
            <a:spLocks xmlns:a="http://schemas.openxmlformats.org/drawingml/2006/main" noGrp="1"/>
          </p:cNvSpPr>
          <p:nvPr/>
        </p:nvSpPr>
        <p:spPr>
          <a:xfrm xmlns:a="http://schemas.openxmlformats.org/drawingml/2006/main">
            <a:off x="9829800" y="40481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000000"/>
                </a:solidFill>
              </a:defRPr>
            </a:pPr>
            <a:r>
              <a:rPr sz="1125" b="0">
                <a:solidFill>
                  <a:srgbClr val="000000"/>
                </a:solidFill>
              </a:rPr>
              <a:t>Add 1.7 mm connecting hole + grooves</a:t>
            </a:r>
          </a:p>
        </p:txBody>
      </p:sp>
      <p:sp>
        <p:nvSpPr>
          <p:cNvPr id="33" name="qual-metrics-5">
            <a:extLst xmlns:a="http://schemas.openxmlformats.org/drawingml/2006/main">
              <a:ext uri="{FF2B5EF4-FFF2-40B4-BE49-F238E27FC236}">
                <a16:creationId xmlns:a16="http://schemas.microsoft.com/office/drawing/2014/main" id="{76F0BFD2-CFF8-4734-B5D2-CBA6AAE2B9D0}"/>
              </a:ext>
            </a:extLst>
          </p:cNvPr>
          <p:cNvSpPr>
            <a:spLocks xmlns:a="http://schemas.openxmlformats.org/drawingml/2006/main" noGrp="1"/>
          </p:cNvSpPr>
          <p:nvPr/>
        </p:nvSpPr>
        <p:spPr>
          <a:xfrm xmlns:a="http://schemas.openxmlformats.org/drawingml/2006/main">
            <a:off x="9848850" y="4714875"/>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Diff F1 0.082</a:t>
            </a:r>
          </a:p>
          <a:p xmlns:a="http://schemas.openxmlformats.org/drawingml/2006/main">
            <a:pPr algn="ctr">
              <a:defRPr sz="1275" b="1">
                <a:solidFill>
                  <a:srgbClr val="111111"/>
                </a:solidFill>
              </a:defRPr>
            </a:pPr>
            <a:r>
              <a:rPr sz="1275" b="1">
                <a:solidFill>
                  <a:srgbClr val="111111"/>
                </a:solidFill>
              </a:rPr>
              <a:t>Vol F1 0.779 | Chamfer 0.982</a:t>
            </a:r>
          </a:p>
        </p:txBody>
      </p:sp>
      <p:sp>
        <p:nvSpPr>
          <p:cNvPr id="34" name="qual-bucket-5">
            <a:extLst xmlns:a="http://schemas.openxmlformats.org/drawingml/2006/main">
              <a:ext uri="{FF2B5EF4-FFF2-40B4-BE49-F238E27FC236}">
                <a16:creationId xmlns:a16="http://schemas.microsoft.com/office/drawing/2014/main" id="{74AD4F6F-4457-408A-9D87-49374B626360}"/>
              </a:ext>
            </a:extLst>
          </p:cNvPr>
          <p:cNvSpPr>
            <a:spLocks xmlns:a="http://schemas.openxmlformats.org/drawingml/2006/main" noGrp="1"/>
          </p:cNvSpPr>
          <p:nvPr/>
        </p:nvSpPr>
        <p:spPr>
          <a:xfrm xmlns:a="http://schemas.openxmlformats.org/drawingml/2006/main">
            <a:off x="9848850" y="54006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F1D1B"/>
                </a:solidFill>
              </a:defRPr>
            </a:pPr>
            <a:r>
              <a:rPr sz="1050" b="0">
                <a:solidFill>
                  <a:srgbClr val="6F1D1B"/>
                </a:solidFill>
              </a:rPr>
              <a:t>Failure bucket: wrong_edge_or_scope</a:t>
            </a:r>
          </a:p>
        </p:txBody>
      </p:sp>
      <p:sp>
        <p:nvSpPr>
          <p:cNvPr id="35" name="qualitative-footer">
            <a:extLst xmlns:a="http://schemas.openxmlformats.org/drawingml/2006/main">
              <a:ext uri="{FF2B5EF4-FFF2-40B4-BE49-F238E27FC236}">
                <a16:creationId xmlns:a16="http://schemas.microsoft.com/office/drawing/2014/main" id="{BCD0A9A1-2D31-43EC-9AB2-ECF7916C8DE9}"/>
              </a:ext>
            </a:extLst>
          </p:cNvPr>
          <p:cNvSpPr>
            <a:spLocks xmlns:a="http://schemas.openxmlformats.org/drawingml/2006/main" noGrp="1"/>
          </p:cNvSpPr>
          <p:nvPr/>
        </p:nvSpPr>
        <p:spPr>
          <a:xfrm xmlns:a="http://schemas.openxmlformats.org/drawingml/2006/main">
            <a:off x="704850" y="628650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3333"/>
                </a:solidFill>
              </a:defRPr>
            </a:pPr>
            <a:r>
              <a:rPr sz="1200" b="0">
                <a:solidFill>
                  <a:srgbClr val="333333"/>
                </a:solidFill>
              </a:rPr>
              <a:t>Interpretation: these examples are valid outputs, but low Diff F1 usually comes from scope/operation mismatch rather than invalid STEP export.</a:t>
            </a:r>
          </a:p>
        </p:txBody>
      </p:sp>
    </p:spTree>
    <p:extLst>
      <p:ext uri="{BB962C8B-B14F-4D97-AF65-F5344CB8AC3E}">
        <p14:creationId xmlns:p14="http://schemas.microsoft.com/office/powerpoint/2010/main" val="847180851"/>
      </p:ext>
    </p:extLst>
  </p:cSld>
</p:sld>
</file>

<file path=ppt/theme/theme1.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2026-08-20T00:20:36.2190000Z</dcterms:created>
  <dcterms:modified xsi:type="dcterms:W3CDTF">2026-08-20T00:20:36.2190000Z</dcterms:modified>
</coreProperties>
</file>