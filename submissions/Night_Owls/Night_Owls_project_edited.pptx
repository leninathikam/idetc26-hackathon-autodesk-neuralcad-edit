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1eba1726524d30" /><Relationship Type="http://schemas.openxmlformats.org/officeDocument/2006/relationships/extended-properties" Target="/docProps/app.xml" Id="Rd21155af1e564604" /><Relationship Type="http://schemas.openxmlformats.org/officeDocument/2006/relationships/officeDocument" Target="/ppt/presentation.xml" Id="R46ce86ac0e694d27" /></Relationships>
</file>

<file path=ppt/presentation.xml><?xml version="1.0" encoding="utf-8"?>
<p:presentation xmlns:p="http://schemas.openxmlformats.org/presentationml/2006/main">
  <p:sldMasterIdLst>
    <p:sldMasterId xmlns:r="http://schemas.openxmlformats.org/officeDocument/2006/relationships" id="2147483648" r:id="R05d7fe3e5a904617"/>
  </p:sldMasterIdLst>
  <p:notesMasterIdLst>
    <p:notesMasterId xmlns:r="http://schemas.openxmlformats.org/officeDocument/2006/relationships" r:id="R901bd5902e984b50"/>
  </p:notesMasterIdLst>
  <p:sldIdLst>
    <p:sldId xmlns:r="http://schemas.openxmlformats.org/officeDocument/2006/relationships" id="256" r:id="R8f166a7512f04f52"/>
    <p:sldId xmlns:r="http://schemas.openxmlformats.org/officeDocument/2006/relationships" id="257" r:id="R5563e15292c7418b"/>
    <p:sldId xmlns:r="http://schemas.openxmlformats.org/officeDocument/2006/relationships" id="258" r:id="R0bde91151b844644"/>
    <p:sldId xmlns:r="http://schemas.openxmlformats.org/officeDocument/2006/relationships" id="259" r:id="Re38e3eabd3f6463d"/>
    <p:sldId xmlns:r="http://schemas.openxmlformats.org/officeDocument/2006/relationships" id="260" r:id="R3d2fd62957d441f3"/>
    <p:sldId xmlns:r="http://schemas.openxmlformats.org/officeDocument/2006/relationships" id="261" r:id="R7478d5b071344ed9"/>
    <p:sldId xmlns:r="http://schemas.openxmlformats.org/officeDocument/2006/relationships" id="262" r:id="Rbec3e1771f5b4d8c"/>
    <p:sldId xmlns:r="http://schemas.openxmlformats.org/officeDocument/2006/relationships" id="263" r:id="Rb4735ce8b7cf4d13"/>
    <p:sldId xmlns:r="http://schemas.openxmlformats.org/officeDocument/2006/relationships" id="264" r:id="R3134deedb48f4ca1"/>
    <p:sldId xmlns:r="http://schemas.openxmlformats.org/officeDocument/2006/relationships" id="265" r:id="R715adfc5795d43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41A4BA4-8928-4C74-B3C0-A9A97B3EDFBC}">
  <a:tblStyle styleId="{941A4BA4-8928-4C74-B3C0-A9A97B3EDF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573780a44dc04d26" /><Relationship Type="http://schemas.openxmlformats.org/officeDocument/2006/relationships/slideMaster" Target="/ppt/slideMasters/slideMaster1.xml" Id="R05d7fe3e5a904617" /><Relationship Type="http://schemas.openxmlformats.org/officeDocument/2006/relationships/notesMaster" Target="/ppt/notesMasters/notesMaster1.xml" Id="R901bd5902e984b50" /><Relationship Type="http://schemas.openxmlformats.org/officeDocument/2006/relationships/presProps" Target="/ppt/presProps.xml" Id="R524adade76c840c6" /><Relationship Type="http://schemas.openxmlformats.org/officeDocument/2006/relationships/tableStyles" Target="/ppt/tableStyles.xml" Id="Rdebc65bc623d4f9d" /><Relationship Type="http://schemas.openxmlformats.org/officeDocument/2006/relationships/slide" Target="/ppt/slides/slide1.xml" Id="R8f166a7512f04f52" /><Relationship Type="http://schemas.openxmlformats.org/officeDocument/2006/relationships/slide" Target="/ppt/slides/slide2.xml" Id="R5563e15292c7418b" /><Relationship Type="http://schemas.openxmlformats.org/officeDocument/2006/relationships/slide" Target="/ppt/slides/slide3.xml" Id="R0bde91151b844644" /><Relationship Type="http://schemas.openxmlformats.org/officeDocument/2006/relationships/slide" Target="/ppt/slides/slide4.xml" Id="Re38e3eabd3f6463d" /><Relationship Type="http://schemas.openxmlformats.org/officeDocument/2006/relationships/slide" Target="/ppt/slides/slide5.xml" Id="R3d2fd62957d441f3" /><Relationship Type="http://schemas.openxmlformats.org/officeDocument/2006/relationships/slide" Target="/ppt/slides/slide6.xml" Id="R7478d5b071344ed9" /><Relationship Type="http://schemas.openxmlformats.org/officeDocument/2006/relationships/slide" Target="/ppt/slides/slide7.xml" Id="Rbec3e1771f5b4d8c" /><Relationship Type="http://schemas.openxmlformats.org/officeDocument/2006/relationships/slide" Target="/ppt/slides/slide8.xml" Id="Rb4735ce8b7cf4d13" /><Relationship Type="http://schemas.openxmlformats.org/officeDocument/2006/relationships/slide" Target="/ppt/slides/slide9.xml" Id="R3134deedb48f4ca1" /><Relationship Type="http://schemas.openxmlformats.org/officeDocument/2006/relationships/slide" Target="/ppt/slides/slide10.xml" Id="R715adfc5795d43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b9d3379e2542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b7f9e414c1485e" /><Relationship Type="http://schemas.openxmlformats.org/officeDocument/2006/relationships/notesMaster" Target="/ppt/notesMasters/notesMaster1.xml" Id="R63c11f874d4141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1abeecb5dc4f6d" /><Relationship Type="http://schemas.openxmlformats.org/officeDocument/2006/relationships/notesMaster" Target="/ppt/notesMasters/notesMaster1.xml" Id="R65dac41f774442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305635ded14be5" /><Relationship Type="http://schemas.openxmlformats.org/officeDocument/2006/relationships/notesMaster" Target="/ppt/notesMasters/notesMaster1.xml" Id="R6ec3b6d94cdb44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74eb8b1d4046a7" /><Relationship Type="http://schemas.openxmlformats.org/officeDocument/2006/relationships/notesMaster" Target="/ppt/notesMasters/notesMaster1.xml" Id="Rd6188915d4b0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3a9dc281c3466e" /><Relationship Type="http://schemas.openxmlformats.org/officeDocument/2006/relationships/notesMaster" Target="/ppt/notesMasters/notesMaster1.xml" Id="R6c637176a6484b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df3c7073f3403e" /><Relationship Type="http://schemas.openxmlformats.org/officeDocument/2006/relationships/notesMaster" Target="/ppt/notesMasters/notesMaster1.xml" Id="R92727e2942c64d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4d983657e941e7" /><Relationship Type="http://schemas.openxmlformats.org/officeDocument/2006/relationships/notesMaster" Target="/ppt/notesMasters/notesMaster1.xml" Id="R84e86fb3820a49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85f8bb0f7a449d" /><Relationship Type="http://schemas.openxmlformats.org/officeDocument/2006/relationships/notesMaster" Target="/ppt/notesMasters/notesMaster1.xml" Id="Rd947e19468b140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b579e1a5594ba8" /><Relationship Type="http://schemas.openxmlformats.org/officeDocument/2006/relationships/notesMaster" Target="/ppt/notesMasters/notesMaster1.xml" Id="R0e4840f35fb44f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3415496310434b" /><Relationship Type="http://schemas.openxmlformats.org/officeDocument/2006/relationships/notesMaster" Target="/ppt/notesMasters/notesMaster1.xml" Id="R8dafcbf0fdfc4c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e23478121a40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f6842eae7541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ebf54c5b3e41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b48e0a2bbb42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ed1b7c40194c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3a8a618fb5425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35b150fc7f34de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fd438b984494b3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f95a9433ff3447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f8a73f0d4fc4c8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42787545b1b4650"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0EA972AC-B0CC-43D6-9171-C7E22CFE6F12}"/>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p:cSld name="Title and Content">
    <p:spTree>
      <p:nvGrpSpPr>
        <p:cNvPr id="1" name=""/>
        <p:cNvGrpSpPr/>
        <p:nvPr/>
      </p:nvGrpSpPr>
      <p:grpSpPr>
        <a:xfrm xmlns:a="http://schemas.openxmlformats.org/drawingml/2006/main"/>
      </p:grpSpPr>
      <p:sp>
        <p:nvSpPr>
          <p:cNvPr id="25" name="Google Shape;25;p5">
            <a:extLst xmlns:a="http://schemas.openxmlformats.org/drawingml/2006/main">
              <a:ext uri="{FF2B5EF4-FFF2-40B4-BE49-F238E27FC236}">
                <a16:creationId xmlns:a16="http://schemas.microsoft.com/office/drawing/2014/main" id="{EAE76BE1-37B9-4405-BF21-6A33EDEE240B}"/>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5">
            <a:extLst xmlns:a="http://schemas.openxmlformats.org/drawingml/2006/main">
              <a:ext uri="{FF2B5EF4-FFF2-40B4-BE49-F238E27FC236}">
                <a16:creationId xmlns:a16="http://schemas.microsoft.com/office/drawing/2014/main" id="{28DA5D91-6E14-4BB7-A9E7-54D181E50A16}"/>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826CE04A-62F7-44CF-A7DB-D96016D2EB54}"/>
              </a:ext>
            </a:extLst>
          </p:cNvPr>
          <p:cNvSpPr>
            <a:spLocks xmlns:a="http://schemas.openxmlformats.org/drawingml/2006/main" noGrp="1"/>
          </p:cNvSpPr>
          <p:nvPr>
            <p:ph type="body" idx="1"/>
          </p:nvPr>
        </p:nvSpPr>
        <p:spPr>
          <a:xfrm xmlns:a="http://schemas.openxmlformats.org/drawingml/2006/main">
            <a:off x="1385046" y="1711187"/>
            <a:ext cx="9968754" cy="31157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3.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52C1817B-2281-487D-9D56-4D4DC4144C1E}"/>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0" name="Google Shape;30;p6">
            <a:extLst xmlns:a="http://schemas.openxmlformats.org/drawingml/2006/main">
              <a:ext uri="{FF2B5EF4-FFF2-40B4-BE49-F238E27FC236}">
                <a16:creationId xmlns:a16="http://schemas.microsoft.com/office/drawing/2014/main" id="{EB09D480-56D2-435B-9C49-5847D363D941}"/>
              </a:ext>
            </a:extLst>
          </p:cNvPr>
          <p:cNvSpPr>
            <a:spLocks xmlns:a="http://schemas.openxmlformats.org/drawingml/2006/main" noGrp="1"/>
          </p:cNvSpPr>
          <p:nvPr>
            <p:ph type="subTitle" idx="1"/>
          </p:nvPr>
        </p:nvSpPr>
        <p:spPr>
          <a:xfrm xmlns:a="http://schemas.openxmlformats.org/drawingml/2006/main">
            <a:off x="1524000" y="1304315"/>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p:txBody>
      </p:sp>
      <p:sp>
        <p:nvSpPr>
          <p:cNvPr id="31" name="Google Shape;31;p6">
            <a:extLst xmlns:a="http://schemas.openxmlformats.org/drawingml/2006/main">
              <a:ext uri="{FF2B5EF4-FFF2-40B4-BE49-F238E27FC236}">
                <a16:creationId xmlns:a16="http://schemas.microsoft.com/office/drawing/2014/main" id="{EE534272-503A-43EC-A065-8466F8C84C54}"/>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4.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33" name="Google Shape;33;p7">
            <a:extLst xmlns:a="http://schemas.openxmlformats.org/drawingml/2006/main">
              <a:ext uri="{FF2B5EF4-FFF2-40B4-BE49-F238E27FC236}">
                <a16:creationId xmlns:a16="http://schemas.microsoft.com/office/drawing/2014/main" id="{84FE4A1C-27EE-4E35-9878-902EE6272601}"/>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4" name="Google Shape;34;p7">
            <a:extLst xmlns:a="http://schemas.openxmlformats.org/drawingml/2006/main">
              <a:ext uri="{FF2B5EF4-FFF2-40B4-BE49-F238E27FC236}">
                <a16:creationId xmlns:a16="http://schemas.microsoft.com/office/drawing/2014/main" id="{E300A6C2-B492-42B7-B72F-CAE9EC8F6E0D}"/>
              </a:ext>
            </a:extLst>
          </p:cNvPr>
          <p:cNvSpPr>
            <a:spLocks xmlns:a="http://schemas.openxmlformats.org/drawingml/2006/main" noGrp="1"/>
          </p:cNvSpPr>
          <p:nvPr>
            <p:ph type="body" idx="1"/>
          </p:nvPr>
        </p:nvSpPr>
        <p:spPr>
          <a:xfrm xmlns:a="http://schemas.openxmlformats.org/drawingml/2006/main">
            <a:off x="1488342" y="1541463"/>
            <a:ext cx="1014095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xmlns:a="http://schemas.openxmlformats.org/drawingml/2006/main"/>
        </p:txBody>
      </p:sp>
      <p:sp>
        <p:nvSpPr>
          <p:cNvPr id="35" name="Google Shape;35;p7">
            <a:extLst xmlns:a="http://schemas.openxmlformats.org/drawingml/2006/main">
              <a:ext uri="{FF2B5EF4-FFF2-40B4-BE49-F238E27FC236}">
                <a16:creationId xmlns:a16="http://schemas.microsoft.com/office/drawing/2014/main" id="{8228F068-DD4C-42DB-B928-608AC5CC17AA}"/>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5.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7" name="Google Shape;37;p8">
            <a:extLst xmlns:a="http://schemas.openxmlformats.org/drawingml/2006/main">
              <a:ext uri="{FF2B5EF4-FFF2-40B4-BE49-F238E27FC236}">
                <a16:creationId xmlns:a16="http://schemas.microsoft.com/office/drawing/2014/main" id="{D027F5AC-9C3C-4257-B522-CDF1B52C8D4D}"/>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8" name="Google Shape;38;p8">
            <a:extLst xmlns:a="http://schemas.openxmlformats.org/drawingml/2006/main">
              <a:ext uri="{FF2B5EF4-FFF2-40B4-BE49-F238E27FC236}">
                <a16:creationId xmlns:a16="http://schemas.microsoft.com/office/drawing/2014/main" id="{785B97D4-9215-4236-A2F4-56A746D68083}"/>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9" name="Google Shape;39;p8">
            <a:extLst xmlns:a="http://schemas.openxmlformats.org/drawingml/2006/main">
              <a:ext uri="{FF2B5EF4-FFF2-40B4-BE49-F238E27FC236}">
                <a16:creationId xmlns:a16="http://schemas.microsoft.com/office/drawing/2014/main" id="{992DA259-56C2-47FB-8927-F84334B9BE1F}"/>
              </a:ext>
            </a:extLst>
          </p:cNvPr>
          <p:cNvSpPr>
            <a:spLocks xmlns:a="http://schemas.openxmlformats.org/drawingml/2006/main" noGrp="1"/>
          </p:cNvSpPr>
          <p:nvPr>
            <p:ph type="body" idx="1"/>
          </p:nvPr>
        </p:nvSpPr>
        <p:spPr>
          <a:xfrm xmlns:a="http://schemas.openxmlformats.org/drawingml/2006/main">
            <a:off x="1385046"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0" name="Google Shape;40;p8">
            <a:extLst xmlns:a="http://schemas.openxmlformats.org/drawingml/2006/main">
              <a:ext uri="{FF2B5EF4-FFF2-40B4-BE49-F238E27FC236}">
                <a16:creationId xmlns:a16="http://schemas.microsoft.com/office/drawing/2014/main" id="{76C64690-B1A5-4D1D-A30A-BD9B0BB3B025}"/>
              </a:ext>
            </a:extLst>
          </p:cNvPr>
          <p:cNvSpPr>
            <a:spLocks xmlns:a="http://schemas.openxmlformats.org/drawingml/2006/main" noGrp="1"/>
          </p:cNvSpPr>
          <p:nvPr>
            <p:ph type="body" idx="2"/>
          </p:nvPr>
        </p:nvSpPr>
        <p:spPr>
          <a:xfrm xmlns:a="http://schemas.openxmlformats.org/drawingml/2006/main">
            <a:off x="6719046"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6.xml><?xml version="1.0" encoding="utf-8"?>
<p:sldLayout xmlns:p="http://schemas.openxmlformats.org/presentationml/2006/main" matchingName="Comparison">
  <p:cSld name="Comparison">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78BB0078-F016-4BF4-9D75-8C26290FBA3E}"/>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9">
            <a:extLst xmlns:a="http://schemas.openxmlformats.org/drawingml/2006/main">
              <a:ext uri="{FF2B5EF4-FFF2-40B4-BE49-F238E27FC236}">
                <a16:creationId xmlns:a16="http://schemas.microsoft.com/office/drawing/2014/main" id="{B4B9ABA5-D4A5-4C90-B464-C7BF9BE4750E}"/>
              </a:ext>
            </a:extLst>
          </p:cNvPr>
          <p:cNvSpPr>
            <a:spLocks xmlns:a="http://schemas.openxmlformats.org/drawingml/2006/main" noGrp="1"/>
          </p:cNvSpPr>
          <p:nvPr>
            <p:ph type="body" idx="1"/>
          </p:nvPr>
        </p:nvSpPr>
        <p:spPr>
          <a:xfrm xmlns:a="http://schemas.openxmlformats.org/drawingml/2006/main">
            <a:off x="1390769"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4" name="Google Shape;44;p9">
            <a:extLst xmlns:a="http://schemas.openxmlformats.org/drawingml/2006/main">
              <a:ext uri="{FF2B5EF4-FFF2-40B4-BE49-F238E27FC236}">
                <a16:creationId xmlns:a16="http://schemas.microsoft.com/office/drawing/2014/main" id="{ED4681A8-4F13-46B0-9AE2-B3691BC0D408}"/>
              </a:ext>
            </a:extLst>
          </p:cNvPr>
          <p:cNvSpPr>
            <a:spLocks xmlns:a="http://schemas.openxmlformats.org/drawingml/2006/main" noGrp="1"/>
          </p:cNvSpPr>
          <p:nvPr>
            <p:ph type="body" idx="2"/>
          </p:nvPr>
        </p:nvSpPr>
        <p:spPr>
          <a:xfrm xmlns:a="http://schemas.openxmlformats.org/drawingml/2006/main">
            <a:off x="1390769"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5" name="Google Shape;45;p9">
            <a:extLst xmlns:a="http://schemas.openxmlformats.org/drawingml/2006/main">
              <a:ext uri="{FF2B5EF4-FFF2-40B4-BE49-F238E27FC236}">
                <a16:creationId xmlns:a16="http://schemas.microsoft.com/office/drawing/2014/main" id="{E6806090-74AB-420A-AAD0-EFE0C1EFBBDC}"/>
              </a:ext>
            </a:extLst>
          </p:cNvPr>
          <p:cNvSpPr>
            <a:spLocks xmlns:a="http://schemas.openxmlformats.org/drawingml/2006/main" noGrp="1"/>
          </p:cNvSpPr>
          <p:nvPr>
            <p:ph type="body" idx="3"/>
          </p:nvPr>
        </p:nvSpPr>
        <p:spPr>
          <a:xfrm xmlns:a="http://schemas.openxmlformats.org/drawingml/2006/main">
            <a:off x="6723181"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6" name="Google Shape;46;p9">
            <a:extLst xmlns:a="http://schemas.openxmlformats.org/drawingml/2006/main">
              <a:ext uri="{FF2B5EF4-FFF2-40B4-BE49-F238E27FC236}">
                <a16:creationId xmlns:a16="http://schemas.microsoft.com/office/drawing/2014/main" id="{002908B6-A848-4B3A-8331-D4BD834A3683}"/>
              </a:ext>
            </a:extLst>
          </p:cNvPr>
          <p:cNvSpPr>
            <a:spLocks xmlns:a="http://schemas.openxmlformats.org/drawingml/2006/main" noGrp="1"/>
          </p:cNvSpPr>
          <p:nvPr>
            <p:ph type="body" idx="4"/>
          </p:nvPr>
        </p:nvSpPr>
        <p:spPr>
          <a:xfrm xmlns:a="http://schemas.openxmlformats.org/drawingml/2006/main">
            <a:off x="6723181"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C1A1E1A9-1AA1-4773-AE64-2C81AE693308}"/>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7.xml><?xml version="1.0" encoding="utf-8"?>
<p:sldLayout xmlns:p="http://schemas.openxmlformats.org/presentationml/2006/main" matchingName="Title Only">
  <p:cSld name="Title Only">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83CA8905-A4BB-49D1-A3E5-1E116DE25E87}"/>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0" name="Google Shape;50;p10">
            <a:extLst xmlns:a="http://schemas.openxmlformats.org/drawingml/2006/main">
              <a:ext uri="{FF2B5EF4-FFF2-40B4-BE49-F238E27FC236}">
                <a16:creationId xmlns:a16="http://schemas.microsoft.com/office/drawing/2014/main" id="{AFB74A3D-44C6-4E6C-9FE9-A9C1C199752B}"/>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8.xml><?xml version="1.0" encoding="utf-8"?>
<p:sldLayout xmlns:p="http://schemas.openxmlformats.org/presentationml/2006/main" matchingName="Content with Caption">
  <p:cSld name="Content with Caption">
    <p:spTree>
      <p:nvGrpSpPr>
        <p:cNvPr id="1" name=""/>
        <p:cNvGrpSpPr/>
        <p:nvPr/>
      </p:nvGrpSpPr>
      <p:grpSpPr>
        <a:xfrm xmlns:a="http://schemas.openxmlformats.org/drawingml/2006/main"/>
      </p:grpSpPr>
      <p:sp>
        <p:nvSpPr>
          <p:cNvPr id="52" name="Google Shape;52;p11">
            <a:extLst xmlns:a="http://schemas.openxmlformats.org/drawingml/2006/main">
              <a:ext uri="{FF2B5EF4-FFF2-40B4-BE49-F238E27FC236}">
                <a16:creationId xmlns:a16="http://schemas.microsoft.com/office/drawing/2014/main" id="{E913D890-6D26-4622-ADC1-D3590ED06542}"/>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3" name="Google Shape;53;p11">
            <a:extLst xmlns:a="http://schemas.openxmlformats.org/drawingml/2006/main">
              <a:ext uri="{FF2B5EF4-FFF2-40B4-BE49-F238E27FC236}">
                <a16:creationId xmlns:a16="http://schemas.microsoft.com/office/drawing/2014/main" id="{9902C864-17F8-45A2-B4B7-F88487626C70}"/>
              </a:ext>
            </a:extLst>
          </p:cNvPr>
          <p:cNvSpPr>
            <a:spLocks xmlns:a="http://schemas.openxmlformats.org/drawingml/2006/main" noGrp="1"/>
          </p:cNvSpPr>
          <p:nvPr>
            <p:ph type="title" idx="0"/>
          </p:nvPr>
        </p:nvSpPr>
        <p:spPr>
          <a:xfrm xmlns:a="http://schemas.openxmlformats.org/drawingml/2006/main">
            <a:off x="1425942" y="111368"/>
            <a:ext cx="3932237" cy="13950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4C738CB1-376C-4C3E-BB26-D229537D8C7C}"/>
              </a:ext>
            </a:extLst>
          </p:cNvPr>
          <p:cNvSpPr>
            <a:spLocks xmlns:a="http://schemas.openxmlformats.org/drawingml/2006/main" noGrp="1"/>
          </p:cNvSpPr>
          <p:nvPr>
            <p:ph type="body" idx="1"/>
          </p:nvPr>
        </p:nvSpPr>
        <p:spPr>
          <a:xfrm xmlns:a="http://schemas.openxmlformats.org/drawingml/2006/main">
            <a:off x="5769342" y="436440"/>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FB9DB42E-DC3C-47B6-9E10-ADFFE9041DE3}"/>
              </a:ext>
            </a:extLst>
          </p:cNvPr>
          <p:cNvSpPr>
            <a:spLocks xmlns:a="http://schemas.openxmlformats.org/drawingml/2006/main" noGrp="1"/>
          </p:cNvSpPr>
          <p:nvPr>
            <p:ph type="body" idx="2"/>
          </p:nvPr>
        </p:nvSpPr>
        <p:spPr>
          <a:xfrm xmlns:a="http://schemas.openxmlformats.org/drawingml/2006/main">
            <a:off x="1425942" y="1523206"/>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Tree>
  </p:cSld>
</p:sldLayout>
</file>

<file path=ppt/slideLayouts/slideLayout9.xml><?xml version="1.0" encoding="utf-8"?>
<p:sldLayout xmlns:p="http://schemas.openxmlformats.org/presentationml/2006/main" matchingName="Picture with Caption">
  <p:cSld name="Picture with Caption">
    <p:spTree>
      <p:nvGrpSpPr>
        <p:cNvPr id="1" name=""/>
        <p:cNvGrpSpPr/>
        <p:nvPr/>
      </p:nvGrpSpPr>
      <p:grpSpPr>
        <a:xfrm xmlns:a="http://schemas.openxmlformats.org/drawingml/2006/main"/>
      </p:grpSpPr>
      <p:sp>
        <p:nvSpPr>
          <p:cNvPr id="57" name="Google Shape;57;p12">
            <a:extLst xmlns:a="http://schemas.openxmlformats.org/drawingml/2006/main">
              <a:ext uri="{FF2B5EF4-FFF2-40B4-BE49-F238E27FC236}">
                <a16:creationId xmlns:a16="http://schemas.microsoft.com/office/drawing/2014/main" id="{1C97BC56-6FAC-4C2C-A29F-B89F4094DA93}"/>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8" name="Google Shape;58;p12">
            <a:extLst xmlns:a="http://schemas.openxmlformats.org/drawingml/2006/main">
              <a:ext uri="{FF2B5EF4-FFF2-40B4-BE49-F238E27FC236}">
                <a16:creationId xmlns:a16="http://schemas.microsoft.com/office/drawing/2014/main" id="{35F3876C-889F-491D-83E3-38947EB13C73}"/>
              </a:ext>
            </a:extLst>
          </p:cNvPr>
          <p:cNvSpPr>
            <a:spLocks xmlns:a="http://schemas.openxmlformats.org/drawingml/2006/main" noGrp="1"/>
          </p:cNvSpPr>
          <p:nvPr>
            <p:ph type="pic" idx="2"/>
          </p:nvPr>
        </p:nvSpPr>
        <p:spPr>
          <a:xfrm xmlns:a="http://schemas.openxmlformats.org/drawingml/2006/main">
            <a:off x="5524500" y="461169"/>
            <a:ext cx="6172200" cy="4873625"/>
          </a:xfrm>
          <a:prstGeom xmlns:a="http://schemas.openxmlformats.org/drawingml/2006/main" prst="rect">
            <a:avLst/>
          </a:prstGeom>
          <a:noFill xmlns:a="http://schemas.openxmlformats.org/drawingml/2006/main"/>
          <a:ln xmlns:a="http://schemas.openxmlformats.org/drawingml/2006/main">
            <a:noFill/>
          </a:ln>
        </p:spPr>
      </p:sp>
      <p:sp>
        <p:nvSpPr>
          <p:cNvPr id="59" name="Google Shape;59;p12">
            <a:extLst xmlns:a="http://schemas.openxmlformats.org/drawingml/2006/main">
              <a:ext uri="{FF2B5EF4-FFF2-40B4-BE49-F238E27FC236}">
                <a16:creationId xmlns:a16="http://schemas.microsoft.com/office/drawing/2014/main" id="{A095586E-4A91-4F4F-B0C2-7729596A80C2}"/>
              </a:ext>
            </a:extLst>
          </p:cNvPr>
          <p:cNvSpPr>
            <a:spLocks xmlns:a="http://schemas.openxmlformats.org/drawingml/2006/main" noGrp="1"/>
          </p:cNvSpPr>
          <p:nvPr>
            <p:ph type="title" idx="0"/>
          </p:nvPr>
        </p:nvSpPr>
        <p:spPr>
          <a:xfrm xmlns:a="http://schemas.openxmlformats.org/drawingml/2006/main">
            <a:off x="1425942" y="111368"/>
            <a:ext cx="3932237" cy="13950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p12">
            <a:extLst xmlns:a="http://schemas.openxmlformats.org/drawingml/2006/main">
              <a:ext uri="{FF2B5EF4-FFF2-40B4-BE49-F238E27FC236}">
                <a16:creationId xmlns:a16="http://schemas.microsoft.com/office/drawing/2014/main" id="{E953B016-D249-4E20-8B98-38074C54A64F}"/>
              </a:ext>
            </a:extLst>
          </p:cNvPr>
          <p:cNvSpPr>
            <a:spLocks xmlns:a="http://schemas.openxmlformats.org/drawingml/2006/main" noGrp="1"/>
          </p:cNvSpPr>
          <p:nvPr>
            <p:ph type="body" idx="1"/>
          </p:nvPr>
        </p:nvSpPr>
        <p:spPr>
          <a:xfrm xmlns:a="http://schemas.openxmlformats.org/drawingml/2006/main">
            <a:off x="1425942" y="1523206"/>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Tree>
  </p:cSld>
</p:sldLayout>
</file>

<file path=ppt/slideLayouts/slideLayout10.xml><?xml version="1.0" encoding="utf-8"?>
<p:sldLayout xmlns:p="http://schemas.openxmlformats.org/presentationml/2006/main" matchingName="Title and Vertical Text">
  <p:cSld name="Title and Vertical Text">
    <p:spTree>
      <p:nvGrpSpPr>
        <p:cNvPr id="1" name=""/>
        <p:cNvGrpSpPr/>
        <p:nvPr/>
      </p:nvGrpSpPr>
      <p:grpSpPr>
        <a:xfrm xmlns:a="http://schemas.openxmlformats.org/drawingml/2006/main"/>
      </p:grpSpPr>
      <p:sp>
        <p:nvSpPr>
          <p:cNvPr id="62" name="Google Shape;62;p13">
            <a:extLst xmlns:a="http://schemas.openxmlformats.org/drawingml/2006/main">
              <a:ext uri="{FF2B5EF4-FFF2-40B4-BE49-F238E27FC236}">
                <a16:creationId xmlns:a16="http://schemas.microsoft.com/office/drawing/2014/main" id="{735299EC-54D0-4D8D-B226-2FBEA2A4CACC}"/>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3" name="Google Shape;63;p13">
            <a:extLst xmlns:a="http://schemas.openxmlformats.org/drawingml/2006/main">
              <a:ext uri="{FF2B5EF4-FFF2-40B4-BE49-F238E27FC236}">
                <a16:creationId xmlns:a16="http://schemas.microsoft.com/office/drawing/2014/main" id="{52BF6ED7-4760-448C-B712-B2E6DE0D5729}"/>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C1ACFCAC-43FE-4431-8A59-BC270A6F3CD6}"/>
              </a:ext>
            </a:extLst>
          </p:cNvPr>
          <p:cNvSpPr>
            <a:spLocks xmlns:a="http://schemas.openxmlformats.org/drawingml/2006/main" noGrp="1"/>
          </p:cNvSpPr>
          <p:nvPr>
            <p:ph type="body" idx="1"/>
          </p:nvPr>
        </p:nvSpPr>
        <p:spPr>
          <a:xfrm xmlns:a="http://schemas.openxmlformats.org/drawingml/2006/main" rot="-5400000">
            <a:off x="4811568" y="-1715335"/>
            <a:ext cx="3115711" cy="99687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11.xml><?xml version="1.0" encoding="utf-8"?>
<p:sldLayout xmlns:p="http://schemas.openxmlformats.org/presentationml/2006/main" matchingName="Vertical Title and Text">
  <p:cSld name="Vertical Title and Text">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ED71BB4C-56F3-42F2-AFE2-1D8F0729D389}"/>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7" name="Google Shape;67;p14">
            <a:extLst xmlns:a="http://schemas.openxmlformats.org/drawingml/2006/main">
              <a:ext uri="{FF2B5EF4-FFF2-40B4-BE49-F238E27FC236}">
                <a16:creationId xmlns:a16="http://schemas.microsoft.com/office/drawing/2014/main" id="{D03D4667-CF9B-4CBD-ACEE-A4119AB70D4B}"/>
              </a:ext>
            </a:extLst>
          </p:cNvPr>
          <p:cNvSpPr>
            <a:spLocks xmlns:a="http://schemas.openxmlformats.org/drawingml/2006/main" noGrp="1"/>
          </p:cNvSpPr>
          <p:nvPr>
            <p:ph type="title" idx="0"/>
          </p:nvPr>
        </p:nvSpPr>
        <p:spPr>
          <a:xfrm xmlns:a="http://schemas.openxmlformats.org/drawingml/2006/main" rot="-5400000">
            <a:off x="-349050"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B1578BC7-7C55-4848-B4F9-4C12D77771FB}"/>
              </a:ext>
            </a:extLst>
          </p:cNvPr>
          <p:cNvSpPr>
            <a:spLocks xmlns:a="http://schemas.openxmlformats.org/drawingml/2006/main" noGrp="1"/>
          </p:cNvSpPr>
          <p:nvPr>
            <p:ph type="body" idx="1"/>
          </p:nvPr>
        </p:nvSpPr>
        <p:spPr>
          <a:xfrm xmlns:a="http://schemas.openxmlformats.org/drawingml/2006/main" rot="-5400000">
            <a:off x="4995118"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32e5b60d07d64aa0" /><Relationship Type="http://schemas.openxmlformats.org/officeDocument/2006/relationships/image" Target="/ppt/media/image2.png" Id="Rc26cba855db840c1" /><Relationship Type="http://schemas.openxmlformats.org/officeDocument/2006/relationships/image" Target="/ppt/media/image3.png" Id="Re33f78aa45794ec0" /><Relationship Type="http://schemas.openxmlformats.org/officeDocument/2006/relationships/image" Target="/ppt/media/image4.png" Id="R79e4c1cfcc8f4ac2" /><Relationship Type="http://schemas.openxmlformats.org/officeDocument/2006/relationships/theme" Target="/ppt/slideMasters/theme/theme2.xml" Id="Rb51c012220294045" /><Relationship Type="http://schemas.openxmlformats.org/officeDocument/2006/relationships/slideLayout" Target="/ppt/slideLayouts/slideLayout1.xml" Id="R5d795f56db1548c4" /><Relationship Type="http://schemas.openxmlformats.org/officeDocument/2006/relationships/slideLayout" Target="/ppt/slideLayouts/slideLayout2.xml" Id="Rf3bdd0a7b8f64fe5" /><Relationship Type="http://schemas.openxmlformats.org/officeDocument/2006/relationships/slideLayout" Target="/ppt/slideLayouts/slideLayout3.xml" Id="Radaa6c4940884b8d" /><Relationship Type="http://schemas.openxmlformats.org/officeDocument/2006/relationships/slideLayout" Target="/ppt/slideLayouts/slideLayout4.xml" Id="R4ffaf53ad5e44c2f" /><Relationship Type="http://schemas.openxmlformats.org/officeDocument/2006/relationships/slideLayout" Target="/ppt/slideLayouts/slideLayout5.xml" Id="R32107287535d4c54" /><Relationship Type="http://schemas.openxmlformats.org/officeDocument/2006/relationships/slideLayout" Target="/ppt/slideLayouts/slideLayout6.xml" Id="R808fa58265644209" /><Relationship Type="http://schemas.openxmlformats.org/officeDocument/2006/relationships/slideLayout" Target="/ppt/slideLayouts/slideLayout7.xml" Id="Rfbf56d9f4a794f60" /><Relationship Type="http://schemas.openxmlformats.org/officeDocument/2006/relationships/slideLayout" Target="/ppt/slideLayouts/slideLayout8.xml" Id="R93f050ef5fa54f5d" /><Relationship Type="http://schemas.openxmlformats.org/officeDocument/2006/relationships/slideLayout" Target="/ppt/slideLayouts/slideLayout9.xml" Id="R2a66e1007e234110" /><Relationship Type="http://schemas.openxmlformats.org/officeDocument/2006/relationships/slideLayout" Target="/ppt/slideLayouts/slideLayout10.xml" Id="R00d3d2e496b44b85" /><Relationship Type="http://schemas.openxmlformats.org/officeDocument/2006/relationships/slideLayout" Target="/ppt/slideLayouts/slideLayout11.xml" Id="Rdf5099eca5a84f3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pic>
        <p:nvPicPr>
          <p:cNvPr id="25" name="Google Shape;10;p3"/>
          <p:cNvPicPr>
            <a:picLocks xmlns:a="http://schemas.openxmlformats.org/drawingml/2006/main" noChangeAspect="1"/>
          </p:cNvPicPr>
          <p:nvPr/>
        </p:nvPicPr>
        <p:blipFill rotWithShape="1">
          <a:blip xmlns:r="http://schemas.openxmlformats.org/officeDocument/2006/relationships" xmlns:a="http://schemas.openxmlformats.org/drawingml/2006/main" r:embed="R32e5b60d07d64aa0">
            <a:alphaModFix/>
          </a:blip>
          <a:srcRect xmlns:a="http://schemas.openxmlformats.org/drawingml/2006/main" l="0" t="0" r="0" b="0"/>
          <a:stretch xmlns:a="http://schemas.openxmlformats.org/drawingml/2006/main"/>
        </p:blipFill>
        <p:spPr>
          <a:xfrm xmlns:a="http://schemas.openxmlformats.org/drawingml/2006/main">
            <a:off x="8895" y="-13238"/>
            <a:ext cx="12187064" cy="6855223"/>
          </a:xfrm>
          <a:prstGeom xmlns:a="http://schemas.openxmlformats.org/drawingml/2006/main" prst="rect">
            <a:avLst/>
          </a:prstGeom>
          <a:ln xmlns:a="http://schemas.openxmlformats.org/drawingml/2006/main">
            <a:noFill/>
          </a:ln>
        </p:spPr>
      </p:pic>
      <p:pic>
        <p:nvPicPr>
          <p:cNvPr id="26" name="Google Shape;11;p3"/>
          <p:cNvPicPr>
            <a:picLocks xmlns:a="http://schemas.openxmlformats.org/drawingml/2006/main" noChangeAspect="1"/>
          </p:cNvPicPr>
          <p:nvPr/>
        </p:nvPicPr>
        <p:blipFill rotWithShape="1">
          <a:blip xmlns:r="http://schemas.openxmlformats.org/officeDocument/2006/relationships" xmlns:a="http://schemas.openxmlformats.org/drawingml/2006/main" r:embed="Rc26cba855db840c1">
            <a:alphaModFix/>
          </a:blip>
          <a:srcRect xmlns:a="http://schemas.openxmlformats.org/drawingml/2006/main" l="0" t="0" r="0" b="0"/>
          <a:stretch xmlns:a="http://schemas.openxmlformats.org/drawingml/2006/main"/>
        </p:blipFill>
        <p:spPr>
          <a:xfrm xmlns:a="http://schemas.openxmlformats.org/drawingml/2006/main">
            <a:off x="-5767" y="-26076"/>
            <a:ext cx="1427426" cy="6851644"/>
          </a:xfrm>
          <a:prstGeom xmlns:a="http://schemas.openxmlformats.org/drawingml/2006/main" prst="rect">
            <a:avLst/>
          </a:prstGeom>
          <a:ln xmlns:a="http://schemas.openxmlformats.org/drawingml/2006/main">
            <a:noFill/>
          </a:ln>
        </p:spPr>
      </p:pic>
      <p:sp>
        <p:nvSpPr>
          <p:cNvPr id="12" name="Google Shape;12;p3">
            <a:extLst xmlns:a="http://schemas.openxmlformats.org/drawingml/2006/main">
              <a:ext uri="{FF2B5EF4-FFF2-40B4-BE49-F238E27FC236}">
                <a16:creationId xmlns:a16="http://schemas.microsoft.com/office/drawing/2014/main" id="{91A9CBCB-C76A-4EE6-A440-EE1575D60B6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55A08AE5-6C0F-415B-9977-19B540E7E1A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A445A719-D357-4C25-BFDF-5CE3CA2A623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3">
            <a:extLst xmlns:a="http://schemas.openxmlformats.org/drawingml/2006/main">
              <a:ext uri="{FF2B5EF4-FFF2-40B4-BE49-F238E27FC236}">
                <a16:creationId xmlns:a16="http://schemas.microsoft.com/office/drawing/2014/main" id="{7FFF5577-7875-4242-B915-94123881FD8C}"/>
              </a:ext>
            </a:extLst>
          </p:cNvPr>
          <p:cNvSpPr>
            <a:spLocks xmlns:a="http://schemas.openxmlformats.org/drawingml/2006/main" noGrp="1"/>
          </p:cNvSpPr>
          <p:nvPr/>
        </p:nvSpPr>
        <p:spPr>
          <a:xfrm xmlns:a="http://schemas.openxmlformats.org/drawingml/2006/main">
            <a:off x="0" y="6356350"/>
            <a:ext cx="12192000" cy="501650"/>
          </a:xfrm>
          <a:prstGeom xmlns:a="http://schemas.openxmlformats.org/drawingml/2006/main" prst="rect">
            <a:avLst/>
          </a:prstGeom>
          <a:solidFill xmlns:a="http://schemas.openxmlformats.org/drawingml/2006/main">
            <a:schemeClr val="accent3"/>
          </a:solidFill>
          <a:ln xmlns:a="http://schemas.openxmlformats.org/drawingml/2006/main" w="12700" cmpd="sng">
            <a:solidFill>
              <a:srgbClr val="A1A1A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e33f78aa45794ec0">
            <a:alphaModFix/>
          </a:blip>
          <a:srcRect xmlns:a="http://schemas.openxmlformats.org/drawingml/2006/main" l="0" t="0" r="0" b="0"/>
          <a:stretch xmlns:a="http://schemas.openxmlformats.org/drawingml/2006/main"/>
        </p:blipFill>
        <p:spPr>
          <a:xfrm xmlns:a="http://schemas.openxmlformats.org/drawingml/2006/main">
            <a:off x="8849565" y="6463058"/>
            <a:ext cx="2961435" cy="295275"/>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CC12DE51-F626-4F21-90E5-EA42B2F8C591}"/>
              </a:ext>
            </a:extLst>
          </p:cNvPr>
          <p:cNvSpPr>
            <a:spLocks xmlns:a="http://schemas.openxmlformats.org/drawingml/2006/main" noGrp="1"/>
          </p:cNvSpPr>
          <p:nvPr/>
        </p:nvSpPr>
        <p:spPr>
          <a:xfrm xmlns:a="http://schemas.openxmlformats.org/drawingml/2006/main">
            <a:off x="2309446" y="-369332"/>
            <a:ext cx="184731"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DED7B964-FE45-43AF-89B0-12D4124DED53}"/>
              </a:ext>
            </a:extLst>
          </p:cNvPr>
          <p:cNvSpPr>
            <a:spLocks xmlns:a="http://schemas.openxmlformats.org/drawingml/2006/main" noGrp="1"/>
          </p:cNvSpPr>
          <p:nvPr/>
        </p:nvSpPr>
        <p:spPr>
          <a:xfrm xmlns:a="http://schemas.openxmlformats.org/drawingml/2006/main">
            <a:off x="3364523" y="-398585"/>
            <a:ext cx="184731"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28EB265C-4DEB-4690-920A-ED225ACB5D76}"/>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alibri"/>
              <a:buNone/>
              <a:defRPr sz="4400" b="1"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49F2E208-F0D7-4B63-B8D9-11B583DB9B82}"/>
              </a:ext>
            </a:extLst>
          </p:cNvPr>
          <p:cNvSpPr>
            <a:spLocks xmlns:a="http://schemas.openxmlformats.org/drawingml/2006/main" noGrp="1"/>
          </p:cNvSpPr>
          <p:nvPr>
            <p:ph type="body" idx="1"/>
          </p:nvPr>
        </p:nvSpPr>
        <p:spPr>
          <a:xfrm xmlns:a="http://schemas.openxmlformats.org/drawingml/2006/main">
            <a:off x="1385046" y="1711187"/>
            <a:ext cx="9968754" cy="31157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xmlns:a="http://schemas.openxmlformats.org/drawingml/2006/main"/>
        </p:txBody>
      </p:sp>
      <p:pic>
        <p:nvPicPr>
          <p:cNvPr id="36" name="Google Shape;21;p3"/>
          <p:cNvPicPr>
            <a:picLocks xmlns:a="http://schemas.openxmlformats.org/drawingml/2006/main" noChangeAspect="1"/>
          </p:cNvPicPr>
          <p:nvPr/>
        </p:nvPicPr>
        <p:blipFill rotWithShape="1">
          <a:blip xmlns:r="http://schemas.openxmlformats.org/officeDocument/2006/relationships" xmlns:a="http://schemas.openxmlformats.org/drawingml/2006/main" r:embed="R79e4c1cfcc8f4ac2">
            <a:alphaModFix/>
          </a:blip>
          <a:srcRect xmlns:a="http://schemas.openxmlformats.org/drawingml/2006/main" l="0" t="0" r="0" b="0"/>
          <a:stretch xmlns:a="http://schemas.openxmlformats.org/drawingml/2006/main"/>
        </p:blipFill>
        <p:spPr>
          <a:xfrm xmlns:a="http://schemas.openxmlformats.org/drawingml/2006/main">
            <a:off x="241300" y="6365874"/>
            <a:ext cx="793750" cy="47624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d795f56db1548c4"/>
    <p:sldLayoutId xmlns:r="http://schemas.openxmlformats.org/officeDocument/2006/relationships" id="2147483650" r:id="Rf3bdd0a7b8f64fe5"/>
    <p:sldLayoutId xmlns:r="http://schemas.openxmlformats.org/officeDocument/2006/relationships" id="2147483651" r:id="Radaa6c4940884b8d"/>
    <p:sldLayoutId xmlns:r="http://schemas.openxmlformats.org/officeDocument/2006/relationships" id="2147483652" r:id="R4ffaf53ad5e44c2f"/>
    <p:sldLayoutId xmlns:r="http://schemas.openxmlformats.org/officeDocument/2006/relationships" id="2147483653" r:id="R32107287535d4c54"/>
    <p:sldLayoutId xmlns:r="http://schemas.openxmlformats.org/officeDocument/2006/relationships" id="2147483654" r:id="R808fa58265644209"/>
    <p:sldLayoutId xmlns:r="http://schemas.openxmlformats.org/officeDocument/2006/relationships" id="2147483655" r:id="Rfbf56d9f4a794f60"/>
    <p:sldLayoutId xmlns:r="http://schemas.openxmlformats.org/officeDocument/2006/relationships" id="2147483656" r:id="R93f050ef5fa54f5d"/>
    <p:sldLayoutId xmlns:r="http://schemas.openxmlformats.org/officeDocument/2006/relationships" id="2147483657" r:id="R2a66e1007e234110"/>
    <p:sldLayoutId xmlns:r="http://schemas.openxmlformats.org/officeDocument/2006/relationships" id="2147483658" r:id="R00d3d2e496b44b85"/>
    <p:sldLayoutId xmlns:r="http://schemas.openxmlformats.org/officeDocument/2006/relationships" id="2147483659" r:id="Rdf5099eca5a84f3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df3f84a9784ea1" /><Relationship Type="http://schemas.openxmlformats.org/officeDocument/2006/relationships/image" Target="/ppt/media/image5.png" Id="R894ccc4b0913485b" /><Relationship Type="http://schemas.openxmlformats.org/officeDocument/2006/relationships/image" Target="/ppt/media/image6.png" Id="R590c84c4035b483a" /><Relationship Type="http://schemas.openxmlformats.org/officeDocument/2006/relationships/image" Target="/ppt/media/image7.png" Id="R9e2c583823d04774" /><Relationship Type="http://schemas.openxmlformats.org/officeDocument/2006/relationships/notesSlide" Target="/ppt/notesSlides/notesSlide1.xml" Id="R37a4180d061e41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a04f00c5b304e8b" /><Relationship Type="http://schemas.openxmlformats.org/officeDocument/2006/relationships/image" Target="/ppt/media/image8.png" Id="R95b5fa947bec460f" /><Relationship Type="http://schemas.openxmlformats.org/officeDocument/2006/relationships/notesSlide" Target="/ppt/notesSlides/notesSlide2.xml" Id="Ra1d43c1e5c504a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cf9935b9a5d4076" /><Relationship Type="http://schemas.openxmlformats.org/officeDocument/2006/relationships/notesSlide" Target="/ppt/notesSlides/notesSlide3.xml" Id="Rf9be78f49c6246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ebbe92da61d4e05" /><Relationship Type="http://schemas.openxmlformats.org/officeDocument/2006/relationships/image" Target="/ppt/media/image9.png" Id="R92d1ff2cbb634485" /><Relationship Type="http://schemas.openxmlformats.org/officeDocument/2006/relationships/image" Target="/ppt/media/image10.png" Id="Ra250905e180b4ae2" /><Relationship Type="http://schemas.openxmlformats.org/officeDocument/2006/relationships/notesSlide" Target="/ppt/notesSlides/notesSlide4.xml" Id="R209ab65d53524f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5a97c765b424119" /><Relationship Type="http://schemas.openxmlformats.org/officeDocument/2006/relationships/image" Target="/ppt/media/image11.png" Id="Rfdb78059347b4a7f" /><Relationship Type="http://schemas.openxmlformats.org/officeDocument/2006/relationships/notesSlide" Target="/ppt/notesSlides/notesSlide5.xml" Id="R60fe111e88b046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f6c45f34e4f4b12" /><Relationship Type="http://schemas.openxmlformats.org/officeDocument/2006/relationships/notesSlide" Target="/ppt/notesSlides/notesSlide6.xml" Id="R1c8715826a874b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ca1d6a0fbf64633" /><Relationship Type="http://schemas.openxmlformats.org/officeDocument/2006/relationships/image" Target="/ppt/media/image12.png" Id="R30ad9aa27cf84c1c" /><Relationship Type="http://schemas.openxmlformats.org/officeDocument/2006/relationships/notesSlide" Target="/ppt/notesSlides/notesSlide7.xml" Id="R3c9d3e78981a49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a911994a22c4c74" /><Relationship Type="http://schemas.openxmlformats.org/officeDocument/2006/relationships/image" Target="/ppt/media/image13.png" Id="R10680e5d806a4491" /><Relationship Type="http://schemas.openxmlformats.org/officeDocument/2006/relationships/notesSlide" Target="/ppt/notesSlides/notesSlide8.xml" Id="R5b3c2c4e368841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dffd647deed4424" /><Relationship Type="http://schemas.openxmlformats.org/officeDocument/2006/relationships/image" Target="/ppt/media/image14.png" Id="R01d7afcdf1e6429f" /><Relationship Type="http://schemas.openxmlformats.org/officeDocument/2006/relationships/image" Target="/ppt/media/image15.png" Id="R93644ee18fb046d1" /><Relationship Type="http://schemas.openxmlformats.org/officeDocument/2006/relationships/notesSlide" Target="/ppt/notesSlides/notesSlide9.xml" Id="Rec8261653d1345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6ab86fc43a40f1" /><Relationship Type="http://schemas.openxmlformats.org/officeDocument/2006/relationships/image" Target="/ppt/media/image5.png" Id="R2de92bfe80e549e4" /><Relationship Type="http://schemas.openxmlformats.org/officeDocument/2006/relationships/image" Target="/ppt/media/image6.png" Id="R76e591474b26417e" /><Relationship Type="http://schemas.openxmlformats.org/officeDocument/2006/relationships/image" Target="/ppt/media/image7.png" Id="R3a96f69f5ce441ba" /><Relationship Type="http://schemas.openxmlformats.org/officeDocument/2006/relationships/image" Target="/ppt/media/image.gif" Id="R0c54e6eafc04498e" /><Relationship Type="http://schemas.openxmlformats.org/officeDocument/2006/relationships/notesSlide" Target="/ppt/notesSlides/notesSlide10.xml" Id="R61c889f89fc8464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4" name="Google Shape;74;p15">
            <a:extLst xmlns:a="http://schemas.openxmlformats.org/drawingml/2006/main">
              <a:ext uri="{FF2B5EF4-FFF2-40B4-BE49-F238E27FC236}">
                <a16:creationId xmlns:a16="http://schemas.microsoft.com/office/drawing/2014/main" id="{AF54DAF7-BE1A-4186-A0B8-3F28AC3B27D4}"/>
              </a:ext>
            </a:extLst>
          </p:cNvPr>
          <p:cNvSpPr>
            <a:spLocks xmlns:a="http://schemas.openxmlformats.org/drawingml/2006/main" noGrp="1"/>
          </p:cNvSpPr>
          <p:nvPr/>
        </p:nvSpPr>
        <p:spPr>
          <a:xfrm xmlns:a="http://schemas.openxmlformats.org/drawingml/2006/main">
            <a:off x="1253110" y="-11608"/>
            <a:ext cx="10938889" cy="636668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dk1"/>
              </a:solidFill>
              <a:latin typeface="Arial"/>
              <a:ea typeface="Arial"/>
              <a:cs typeface="Arial"/>
            </a:endParaRPr>
          </a:p>
        </p:txBody>
      </p:sp>
      <p:pic>
        <p:nvPicPr>
          <p:cNvPr id="87" name="Google Shape;75;p15"/>
          <p:cNvPicPr>
            <a:picLocks xmlns:a="http://schemas.openxmlformats.org/drawingml/2006/main" noChangeAspect="1"/>
          </p:cNvPicPr>
          <p:nvPr/>
        </p:nvPicPr>
        <p:blipFill rotWithShape="1">
          <a:blip xmlns:r="http://schemas.openxmlformats.org/officeDocument/2006/relationships" xmlns:a="http://schemas.openxmlformats.org/drawingml/2006/main" r:embed="R894ccc4b0913485b">
            <a:alphaModFix/>
          </a:blip>
          <a:srcRect xmlns:a="http://schemas.openxmlformats.org/drawingml/2006/main" l="0" t="0" r="0" b="0"/>
          <a:stretch xmlns:a="http://schemas.openxmlformats.org/drawingml/2006/main"/>
        </p:blipFill>
        <p:spPr>
          <a:xfrm xmlns:a="http://schemas.openxmlformats.org/drawingml/2006/main">
            <a:off x="1243966" y="0"/>
            <a:ext cx="3291840" cy="850392"/>
          </a:xfrm>
          <a:prstGeom xmlns:a="http://schemas.openxmlformats.org/drawingml/2006/main" prst="rect">
            <a:avLst/>
          </a:prstGeom>
          <a:ln xmlns:a="http://schemas.openxmlformats.org/drawingml/2006/main">
            <a:noFill/>
          </a:ln>
        </p:spPr>
      </p:pic>
      <p:pic>
        <p:nvPicPr>
          <p:cNvPr id="88" name="Google Shape;76;p15"/>
          <p:cNvPicPr>
            <a:picLocks xmlns:a="http://schemas.openxmlformats.org/drawingml/2006/main" noChangeAspect="1"/>
          </p:cNvPicPr>
          <p:nvPr/>
        </p:nvPicPr>
        <p:blipFill rotWithShape="1">
          <a:blip xmlns:r="http://schemas.openxmlformats.org/officeDocument/2006/relationships" xmlns:a="http://schemas.openxmlformats.org/drawingml/2006/main" r:embed="R590c84c4035b483a">
            <a:alphaModFix/>
          </a:blip>
          <a:srcRect xmlns:a="http://schemas.openxmlformats.org/drawingml/2006/main" l="0" t="11449" r="0" b="24267"/>
          <a:stretch xmlns:a="http://schemas.openxmlformats.org/drawingml/2006/main"/>
        </p:blipFill>
        <p:spPr>
          <a:xfrm xmlns:a="http://schemas.openxmlformats.org/drawingml/2006/main">
            <a:off x="9191175" y="0"/>
            <a:ext cx="3000824" cy="1007625"/>
          </a:xfrm>
          <a:prstGeom xmlns:a="http://schemas.openxmlformats.org/drawingml/2006/main" prst="rect">
            <a:avLst/>
          </a:prstGeom>
          <a:ln xmlns:a="http://schemas.openxmlformats.org/drawingml/2006/main">
            <a:noFill/>
          </a:ln>
        </p:spPr>
      </p:pic>
      <p:pic>
        <p:nvPicPr>
          <p:cNvPr id="89" name="Google Shape;77;p15"/>
          <p:cNvPicPr>
            <a:picLocks xmlns:a="http://schemas.openxmlformats.org/drawingml/2006/main" noChangeAspect="1"/>
          </p:cNvPicPr>
          <p:nvPr/>
        </p:nvPicPr>
        <p:blipFill rotWithShape="1">
          <a:blip xmlns:r="http://schemas.openxmlformats.org/officeDocument/2006/relationships" xmlns:a="http://schemas.openxmlformats.org/drawingml/2006/main" r:embed="R9e2c583823d04774">
            <a:alphaModFix/>
          </a:blip>
          <a:srcRect xmlns:a="http://schemas.openxmlformats.org/drawingml/2006/main" l="0" t="0" r="0" b="0"/>
          <a:stretch xmlns:a="http://schemas.openxmlformats.org/drawingml/2006/main"/>
        </p:blipFill>
        <p:spPr>
          <a:xfrm xmlns:a="http://schemas.openxmlformats.org/drawingml/2006/main">
            <a:off x="0" y="6457950"/>
            <a:ext cx="12191999" cy="469353"/>
          </a:xfrm>
          <a:prstGeom xmlns:a="http://schemas.openxmlformats.org/drawingml/2006/main" prst="rect">
            <a:avLst/>
          </a:prstGeom>
          <a:ln xmlns:a="http://schemas.openxmlformats.org/drawingml/2006/main">
            <a:noFill/>
          </a:ln>
        </p:spPr>
      </p:pic>
      <p:sp>
        <p:nvSpPr>
          <p:cNvPr id="78" name="Google Shape;78;p15">
            <a:extLst xmlns:a="http://schemas.openxmlformats.org/drawingml/2006/main">
              <a:ext uri="{FF2B5EF4-FFF2-40B4-BE49-F238E27FC236}">
                <a16:creationId xmlns:a16="http://schemas.microsoft.com/office/drawing/2014/main" id="{292CA5DD-5A44-429D-9A40-B04DFD805253}"/>
              </a:ext>
            </a:extLst>
          </p:cNvPr>
          <p:cNvSpPr>
            <a:spLocks xmlns:a="http://schemas.openxmlformats.org/drawingml/2006/main" noGrp="1"/>
          </p:cNvSpPr>
          <p:nvPr/>
        </p:nvSpPr>
        <p:spPr>
          <a:xfrm xmlns:a="http://schemas.openxmlformats.org/drawingml/2006/main">
            <a:off x="1627925" y="1433750"/>
            <a:ext cx="9949800" cy="143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100"/>
              <a:buFont typeface="Arial"/>
              <a:buNone/>
            </a:pPr>
            <a:r>
              <a:rPr sz="4100" b="1" i="0" u="none" cap="none">
                <a:solidFill>
                  <a:schemeClr val="dk1"/>
                </a:solidFill>
                <a:latin typeface="Georgia"/>
                <a:ea typeface="Georgia"/>
                <a:cs typeface="Georgia"/>
              </a:rPr>
              <a:t>Grounded CAD: Natural-Language Editing of STEP Models</a:t>
            </a:r>
            <a:endParaRPr sz="4100" b="1" i="0" u="none" cap="none">
              <a:solidFill>
                <a:schemeClr val="dk1"/>
              </a:solidFill>
              <a:latin typeface="Georgia"/>
              <a:ea typeface="Georgia"/>
              <a:cs typeface="Georgia"/>
            </a:endParaRPr>
          </a:p>
        </p:txBody>
      </p:sp>
      <p:sp>
        <p:nvSpPr>
          <p:cNvPr id="79" name="Google Shape;79;p15">
            <a:extLst xmlns:a="http://schemas.openxmlformats.org/drawingml/2006/main">
              <a:ext uri="{FF2B5EF4-FFF2-40B4-BE49-F238E27FC236}">
                <a16:creationId xmlns:a16="http://schemas.microsoft.com/office/drawing/2014/main" id="{7823F6F2-0675-4F20-8738-21ECF53E357F}"/>
              </a:ext>
            </a:extLst>
          </p:cNvPr>
          <p:cNvSpPr>
            <a:spLocks xmlns:a="http://schemas.openxmlformats.org/drawingml/2006/main" noGrp="1"/>
          </p:cNvSpPr>
          <p:nvPr/>
        </p:nvSpPr>
        <p:spPr>
          <a:xfrm xmlns:a="http://schemas.openxmlformats.org/drawingml/2006/main">
            <a:off x="4718675" y="2828475"/>
            <a:ext cx="3768300" cy="58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800"/>
              <a:buFont typeface="Arial"/>
              <a:buNone/>
            </a:pPr>
            <a:r>
              <a:rPr sz="2800" b="1" i="0" u="none" cap="none">
                <a:solidFill>
                  <a:schemeClr val="dk1"/>
                </a:solidFill>
                <a:latin typeface="Georgia"/>
                <a:ea typeface="Georgia"/>
                <a:cs typeface="Georgia"/>
              </a:rPr>
              <a:t>Team: Night_Owls</a:t>
            </a:r>
            <a:endParaRPr sz="2800" b="0" i="0" u="none" cap="none">
              <a:solidFill>
                <a:schemeClr val="dk1"/>
              </a:solidFill>
              <a:latin typeface="Georgia"/>
              <a:ea typeface="Georgia"/>
              <a:cs typeface="Georgia"/>
            </a:endParaRPr>
          </a:p>
        </p:txBody>
      </p:sp>
      <p:sp>
        <p:nvSpPr>
          <p:cNvPr id="80" name="Google Shape;80;p15">
            <a:extLst xmlns:a="http://schemas.openxmlformats.org/drawingml/2006/main">
              <a:ext uri="{FF2B5EF4-FFF2-40B4-BE49-F238E27FC236}">
                <a16:creationId xmlns:a16="http://schemas.microsoft.com/office/drawing/2014/main" id="{F2DB03C1-59E4-48E6-ADA0-CBAA6822DF2E}"/>
              </a:ext>
            </a:extLst>
          </p:cNvPr>
          <p:cNvSpPr>
            <a:spLocks xmlns:a="http://schemas.openxmlformats.org/drawingml/2006/main" noGrp="1"/>
          </p:cNvSpPr>
          <p:nvPr/>
        </p:nvSpPr>
        <p:spPr>
          <a:xfrm xmlns:a="http://schemas.openxmlformats.org/drawingml/2006/main">
            <a:off x="1027297" y="3683278"/>
            <a:ext cx="5596200" cy="16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Reiki Tanaya Karuka</a:t>
            </a:r>
            <a:endParaRPr sz="2100" b="1"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Mechanical engineering</a:t>
            </a:r>
            <a:endParaRPr sz="2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rkaruka@mtu.edu </a:t>
            </a:r>
            <a:r>
              <a:rPr sz="2100" b="0" i="0" u="none" cap="none">
                <a:solidFill>
                  <a:schemeClr val="dk1"/>
                </a:solidFill>
                <a:latin typeface="Georgia"/>
                <a:ea typeface="Georgia"/>
                <a:cs typeface="Georgia"/>
              </a:rPr>
              <a:t>   </a:t>
            </a:r>
            <a:endParaRPr sz="2100" b="0" i="0" u="none" cap="none">
              <a:solidFill>
                <a:schemeClr val="dk1"/>
              </a:solidFill>
              <a:latin typeface="Georgia"/>
              <a:ea typeface="Georgia"/>
              <a:cs typeface="Georgia"/>
            </a:endParaRPr>
          </a:p>
        </p:txBody>
      </p:sp>
      <p:sp>
        <p:nvSpPr>
          <p:cNvPr id="81" name="Google Shape;81;p15">
            <a:extLst xmlns:a="http://schemas.openxmlformats.org/drawingml/2006/main">
              <a:ext uri="{FF2B5EF4-FFF2-40B4-BE49-F238E27FC236}">
                <a16:creationId xmlns:a16="http://schemas.microsoft.com/office/drawing/2014/main" id="{C2AA9738-4F6C-4065-9C8A-6F1002C4BA47}"/>
              </a:ext>
            </a:extLst>
          </p:cNvPr>
          <p:cNvSpPr>
            <a:spLocks xmlns:a="http://schemas.openxmlformats.org/drawingml/2006/main" noGrp="1"/>
          </p:cNvSpPr>
          <p:nvPr/>
        </p:nvSpPr>
        <p:spPr>
          <a:xfrm xmlns:a="http://schemas.openxmlformats.org/drawingml/2006/main">
            <a:off x="6392925" y="3683288"/>
            <a:ext cx="5596200" cy="16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Lenin Goud</a:t>
            </a:r>
            <a:endParaRPr sz="2100" b="1"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Computer Science</a:t>
            </a:r>
            <a:endParaRPr sz="2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Lathikam@mtu.edu</a:t>
            </a:r>
            <a:endParaRPr sz="2100" b="0" i="0" u="none" cap="none">
              <a:solidFill>
                <a:schemeClr val="dk1"/>
              </a:solidFill>
              <a:latin typeface="Arial"/>
              <a:ea typeface="Arial"/>
              <a:cs typeface="Arial"/>
            </a:endParaRPr>
          </a:p>
        </p:txBody>
      </p:sp>
      <p:sp>
        <p:nvSpPr>
          <p:cNvPr id="82" name="Google Shape;82;p15">
            <a:extLst xmlns:a="http://schemas.openxmlformats.org/drawingml/2006/main">
              <a:ext uri="{FF2B5EF4-FFF2-40B4-BE49-F238E27FC236}">
                <a16:creationId xmlns:a16="http://schemas.microsoft.com/office/drawing/2014/main" id="{1961A080-B489-4006-B131-37FDF547539F}"/>
              </a:ext>
            </a:extLst>
          </p:cNvPr>
          <p:cNvSpPr>
            <a:spLocks xmlns:a="http://schemas.openxmlformats.org/drawingml/2006/main" noGrp="1"/>
          </p:cNvSpPr>
          <p:nvPr/>
        </p:nvSpPr>
        <p:spPr>
          <a:xfrm xmlns:a="http://schemas.openxmlformats.org/drawingml/2006/main">
            <a:off x="4586525" y="5089625"/>
            <a:ext cx="3677400" cy="8838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300"/>
              <a:buFont typeface="Arial"/>
              <a:buNone/>
            </a:pPr>
            <a:r>
              <a:rPr sz="2300" b="1" i="0" u="none" cap="none">
                <a:solidFill>
                  <a:schemeClr val="dk1"/>
                </a:solidFill>
                <a:latin typeface="Arial"/>
                <a:ea typeface="Arial"/>
                <a:cs typeface="Arial"/>
              </a:rPr>
              <a:t>IDETC 2026 - Problem Statement 3</a:t>
            </a:r>
            <a:endParaRPr sz="2300" b="1" i="0" u="none" cap="none">
              <a:solidFill>
                <a:srgbClr val="000000"/>
              </a:solidFill>
              <a:latin typeface="Arial"/>
              <a:ea typeface="Arial"/>
              <a:cs typeface="Arial"/>
            </a:endParaRPr>
          </a:p>
        </p:txBody>
      </p:sp>
    </p:spTree>
    <p:extLst>
      <p:ext uri="{BB962C8B-B14F-4D97-AF65-F5344CB8AC3E}">
        <p14:creationId xmlns:p14="http://schemas.microsoft.com/office/powerpoint/2010/main" val="8263928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2">
            <a:extLst xmlns:a="http://schemas.openxmlformats.org/drawingml/2006/main">
              <a:ext uri="{FF2B5EF4-FFF2-40B4-BE49-F238E27FC236}">
                <a16:creationId xmlns:a16="http://schemas.microsoft.com/office/drawing/2014/main" id="{B8326A38-C35A-4870-B5D2-5690A0DD1423}"/>
              </a:ext>
            </a:extLst>
          </p:cNvPr>
          <p:cNvSpPr>
            <a:spLocks xmlns:a="http://schemas.openxmlformats.org/drawingml/2006/main" noGrp="1"/>
          </p:cNvSpPr>
          <p:nvPr/>
        </p:nvSpPr>
        <p:spPr>
          <a:xfrm xmlns:a="http://schemas.openxmlformats.org/drawingml/2006/main">
            <a:off x="1467350" y="1734025"/>
            <a:ext cx="7274400" cy="2982900"/>
          </a:xfrm>
          <a:prstGeom xmlns:a="http://schemas.openxmlformats.org/drawingml/2006/main" prst="roundRect">
            <a:avLst>
              <a:gd name="adj" fmla="val 16667"/>
            </a:avLst>
          </a:prstGeom>
          <a:noFill xmlns:a="http://schemas.openxmlformats.org/drawingml/2006/main"/>
          <a:ln xmlns:a="http://schemas.openxmlformats.org/drawingml/2006/main" w="25400" cmpd="sng">
            <a:solidFill>
              <a:srgbClr val="00808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lt1"/>
              </a:solidFill>
              <a:latin typeface="Arial"/>
              <a:ea typeface="Arial"/>
              <a:cs typeface="Arial"/>
            </a:endParaRPr>
          </a:p>
        </p:txBody>
      </p:sp>
      <p:sp>
        <p:nvSpPr>
          <p:cNvPr id="88" name="Google Shape;88;p2">
            <a:extLst xmlns:a="http://schemas.openxmlformats.org/drawingml/2006/main">
              <a:ext uri="{FF2B5EF4-FFF2-40B4-BE49-F238E27FC236}">
                <a16:creationId xmlns:a16="http://schemas.microsoft.com/office/drawing/2014/main" id="{FBC6DC5D-5E22-4DF5-B281-A2C0FEB01DD9}"/>
              </a:ext>
            </a:extLst>
          </p:cNvPr>
          <p:cNvSpPr>
            <a:spLocks xmlns:a="http://schemas.openxmlformats.org/drawingml/2006/main" noGrp="1"/>
          </p:cNvSpPr>
          <p:nvPr>
            <p:ph type="title" idx="0"/>
          </p:nvPr>
        </p:nvSpPr>
        <p:spPr>
          <a:xfrm xmlns:a="http://schemas.openxmlformats.org/drawingml/2006/main">
            <a:off x="1515146" y="335919"/>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Motivation:</a:t>
            </a:r>
            <a:endParaRPr sz="3400">
              <a:latin typeface="Arial"/>
              <a:ea typeface="Arial"/>
              <a:cs typeface="Arial"/>
            </a:endParaRPr>
          </a:p>
        </p:txBody>
      </p:sp>
      <p:sp>
        <p:nvSpPr>
          <p:cNvPr id="89" name="Google Shape;89;p2">
            <a:extLst xmlns:a="http://schemas.openxmlformats.org/drawingml/2006/main">
              <a:ext uri="{FF2B5EF4-FFF2-40B4-BE49-F238E27FC236}">
                <a16:creationId xmlns:a16="http://schemas.microsoft.com/office/drawing/2014/main" id="{1E26C755-D0E2-475C-9238-58A116967E7C}"/>
              </a:ext>
            </a:extLst>
          </p:cNvPr>
          <p:cNvSpPr>
            <a:spLocks xmlns:a="http://schemas.openxmlformats.org/drawingml/2006/main" noGrp="1"/>
          </p:cNvSpPr>
          <p:nvPr>
            <p:ph type="body" idx="4294967295"/>
          </p:nvPr>
        </p:nvSpPr>
        <p:spPr>
          <a:xfrm xmlns:a="http://schemas.openxmlformats.org/drawingml/2006/main">
            <a:off x="1225082" y="1917586"/>
            <a:ext cx="7382700" cy="311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lnSpcReduction="10000"/>
          </a:bodyPr>
          <a:lstStyle xmlns:a="http://schemas.openxmlformats.org/drawingml/2006/main"/>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CAD edits are slow when engineers must manually find features, rebuild geometry, and validate every change.</a:t>
            </a:r>
            <a:endParaRPr sz="1700">
              <a:latin typeface="Arial"/>
              <a:ea typeface="Arial"/>
              <a:cs typeface="Arial"/>
            </a:endParaRPr>
          </a:p>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b="1">
                <a:solidFill>
                  <a:srgbClr val="000000"/>
                </a:solidFill>
                <a:latin typeface="Arial"/>
                <a:ea typeface="Arial"/>
                <a:cs typeface="Arial"/>
              </a:rPr>
              <a:t>Grounded CAD edits existing STEP files from natural-language instructions.</a:t>
            </a:r>
            <a:endParaRPr sz="1700">
              <a:latin typeface="Arial"/>
              <a:ea typeface="Arial"/>
              <a:cs typeface="Arial"/>
            </a:endParaRPr>
          </a:p>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Benchmark success depends on changing the intended feature, not just producing a valid CAD file.</a:t>
            </a:r>
            <a:endParaRPr sz="1700">
              <a:latin typeface="Arial"/>
              <a:ea typeface="Arial"/>
              <a:cs typeface="Arial"/>
            </a:endParaRPr>
          </a:p>
        </p:txBody>
      </p:sp>
      <p:pic>
        <p:nvPicPr>
          <p:cNvPr id="94" name="Google Shape;90;p2"/>
          <p:cNvPicPr>
            <a:picLocks xmlns:a="http://schemas.openxmlformats.org/drawingml/2006/main" noChangeAspect="1"/>
          </p:cNvPicPr>
          <p:nvPr/>
        </p:nvPicPr>
        <p:blipFill rotWithShape="1">
          <a:blip xmlns:r="http://schemas.openxmlformats.org/officeDocument/2006/relationships" xmlns:a="http://schemas.openxmlformats.org/drawingml/2006/main" r:embed="R95b5fa947bec460f">
            <a:alphaModFix/>
          </a:blip>
          <a:srcRect xmlns:a="http://schemas.openxmlformats.org/drawingml/2006/main" l="0" t="0" r="0" b="0"/>
          <a:stretch xmlns:a="http://schemas.openxmlformats.org/drawingml/2006/main"/>
        </p:blipFill>
        <p:spPr>
          <a:xfrm xmlns:a="http://schemas.openxmlformats.org/drawingml/2006/main">
            <a:off x="8882900" y="0"/>
            <a:ext cx="3309100" cy="63458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365816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5" name="Google Shape;95;g3f75d711436_0_19">
            <a:extLst xmlns:a="http://schemas.openxmlformats.org/drawingml/2006/main">
              <a:ext uri="{FF2B5EF4-FFF2-40B4-BE49-F238E27FC236}">
                <a16:creationId xmlns:a16="http://schemas.microsoft.com/office/drawing/2014/main" id="{E93F699C-6EAB-41CF-BAB9-C012B25AB6A7}"/>
              </a:ext>
            </a:extLst>
          </p:cNvPr>
          <p:cNvSpPr>
            <a:spLocks xmlns:a="http://schemas.openxmlformats.org/drawingml/2006/main" noGrp="1"/>
          </p:cNvSpPr>
          <p:nvPr>
            <p:ph type="title" idx="0"/>
          </p:nvPr>
        </p:nvSpPr>
        <p:spPr>
          <a:xfrm xmlns:a="http://schemas.openxmlformats.org/drawingml/2006/main">
            <a:off x="1385046" y="1779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Harness Architecture</a:t>
            </a:r>
            <a:endParaRPr sz="3400">
              <a:latin typeface="Arial"/>
              <a:ea typeface="Arial"/>
              <a:cs typeface="Arial"/>
            </a:endParaRPr>
          </a:p>
        </p:txBody>
      </p:sp>
      <p:sp>
        <p:nvSpPr>
          <p:cNvPr id="96" name="Google Shape;96;g3f75d711436_0_19">
            <a:extLst xmlns:a="http://schemas.openxmlformats.org/drawingml/2006/main">
              <a:ext uri="{FF2B5EF4-FFF2-40B4-BE49-F238E27FC236}">
                <a16:creationId xmlns:a16="http://schemas.microsoft.com/office/drawing/2014/main" id="{899D1B29-8AE3-44BD-B3EB-377128768C2F}"/>
              </a:ext>
            </a:extLst>
          </p:cNvPr>
          <p:cNvSpPr>
            <a:spLocks xmlns:a="http://schemas.openxmlformats.org/drawingml/2006/main" noGrp="1"/>
          </p:cNvSpPr>
          <p:nvPr/>
        </p:nvSpPr>
        <p:spPr>
          <a:xfrm xmlns:a="http://schemas.openxmlformats.org/drawingml/2006/main">
            <a:off x="7662672" y="1202436"/>
            <a:ext cx="1691640" cy="40233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Parquet File</a:t>
            </a:r>
            <a:r>
              <a:rPr sz="1400" b="0" i="0" u="none" cap="none">
                <a:solidFill>
                  <a:schemeClr val="lt1"/>
                </a:solidFill>
                <a:latin typeface="Arial"/>
                <a:ea typeface="Arial"/>
                <a:cs typeface="Arial"/>
              </a:rPr>
              <a:t> </a:t>
            </a:r>
            <a:endParaRPr/>
          </a:p>
        </p:txBody>
      </p:sp>
      <p:cxnSp>
        <p:nvCxnSpPr>
          <p:cNvPr id="122" name="Google Shape;97;g3f75d711436_0_19"/>
          <p:cNvCxnSpPr/>
          <p:nvPr/>
        </p:nvCxnSpPr>
        <p:spPr>
          <a:xfrm xmlns:a="http://schemas.openxmlformats.org/drawingml/2006/main">
            <a:off x="9784080" y="1291318"/>
            <a:ext cx="0" cy="224572"/>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23" name="Google Shape;98;g3f75d711436_0_19"/>
          <p:cNvCxnSpPr/>
          <p:nvPr/>
        </p:nvCxnSpPr>
        <p:spPr>
          <a:xfrm xmlns:a="http://schemas.openxmlformats.org/drawingml/2006/main" rot="10800000">
            <a:off x="9646920" y="1399032"/>
            <a:ext cx="256032" cy="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sp>
        <p:nvSpPr>
          <p:cNvPr id="99" name="Google Shape;99;g3f75d711436_0_19">
            <a:extLst xmlns:a="http://schemas.openxmlformats.org/drawingml/2006/main">
              <a:ext uri="{FF2B5EF4-FFF2-40B4-BE49-F238E27FC236}">
                <a16:creationId xmlns:a16="http://schemas.microsoft.com/office/drawing/2014/main" id="{E3ED052F-E856-409A-A648-15910C4587FF}"/>
              </a:ext>
            </a:extLst>
          </p:cNvPr>
          <p:cNvSpPr>
            <a:spLocks xmlns:a="http://schemas.openxmlformats.org/drawingml/2006/main" noGrp="1"/>
          </p:cNvSpPr>
          <p:nvPr/>
        </p:nvSpPr>
        <p:spPr>
          <a:xfrm xmlns:a="http://schemas.openxmlformats.org/drawingml/2006/main">
            <a:off x="10190988" y="1202436"/>
            <a:ext cx="1691640" cy="40233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.Step</a:t>
            </a:r>
            <a:endParaRPr/>
          </a:p>
        </p:txBody>
      </p:sp>
      <p:sp>
        <p:nvSpPr>
          <p:cNvPr id="100" name="Google Shape;100;g3f75d711436_0_19">
            <a:extLst xmlns:a="http://schemas.openxmlformats.org/drawingml/2006/main">
              <a:ext uri="{FF2B5EF4-FFF2-40B4-BE49-F238E27FC236}">
                <a16:creationId xmlns:a16="http://schemas.microsoft.com/office/drawing/2014/main" id="{1B9A14D7-62DC-4C96-9942-51CC8C5E72BE}"/>
              </a:ext>
            </a:extLst>
          </p:cNvPr>
          <p:cNvSpPr>
            <a:spLocks xmlns:a="http://schemas.openxmlformats.org/drawingml/2006/main" noGrp="1"/>
          </p:cNvSpPr>
          <p:nvPr/>
        </p:nvSpPr>
        <p:spPr>
          <a:xfrm xmlns:a="http://schemas.openxmlformats.org/drawingml/2006/main" rot="5400000">
            <a:off x="9573768" y="853857"/>
            <a:ext cx="402335" cy="1933955"/>
          </a:xfrm>
          <a:prstGeom xmlns:a="http://schemas.openxmlformats.org/drawingml/2006/main" prst="rightBrace">
            <a:avLst>
              <a:gd name="adj1" fmla="val 8333"/>
              <a:gd name="adj2" fmla="val 46849"/>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dk1"/>
              </a:solidFill>
              <a:latin typeface="Arial"/>
              <a:ea typeface="Arial"/>
              <a:cs typeface="Arial"/>
            </a:endParaRPr>
          </a:p>
        </p:txBody>
      </p:sp>
      <p:sp>
        <p:nvSpPr>
          <p:cNvPr id="101" name="Google Shape;101;g3f75d711436_0_19">
            <a:extLst xmlns:a="http://schemas.openxmlformats.org/drawingml/2006/main">
              <a:ext uri="{FF2B5EF4-FFF2-40B4-BE49-F238E27FC236}">
                <a16:creationId xmlns:a16="http://schemas.microsoft.com/office/drawing/2014/main" id="{728EFAE4-EC53-4891-8B36-0B23B36AD3D2}"/>
              </a:ext>
            </a:extLst>
          </p:cNvPr>
          <p:cNvSpPr>
            <a:spLocks xmlns:a="http://schemas.openxmlformats.org/drawingml/2006/main" noGrp="1"/>
          </p:cNvSpPr>
          <p:nvPr/>
        </p:nvSpPr>
        <p:spPr>
          <a:xfrm xmlns:a="http://schemas.openxmlformats.org/drawingml/2006/main">
            <a:off x="9052559" y="2022002"/>
            <a:ext cx="1604765" cy="36449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Grounder</a:t>
            </a:r>
            <a:endParaRPr/>
          </a:p>
        </p:txBody>
      </p:sp>
      <p:sp>
        <p:nvSpPr>
          <p:cNvPr id="102" name="Google Shape;102;g3f75d711436_0_19">
            <a:extLst xmlns:a="http://schemas.openxmlformats.org/drawingml/2006/main">
              <a:ext uri="{FF2B5EF4-FFF2-40B4-BE49-F238E27FC236}">
                <a16:creationId xmlns:a16="http://schemas.microsoft.com/office/drawing/2014/main" id="{3910FA27-30DB-4C9B-A6AD-764324BF9336}"/>
              </a:ext>
            </a:extLst>
          </p:cNvPr>
          <p:cNvSpPr>
            <a:spLocks xmlns:a="http://schemas.openxmlformats.org/drawingml/2006/main" noGrp="1"/>
          </p:cNvSpPr>
          <p:nvPr/>
        </p:nvSpPr>
        <p:spPr>
          <a:xfrm xmlns:a="http://schemas.openxmlformats.org/drawingml/2006/main">
            <a:off x="9052559" y="2571052"/>
            <a:ext cx="1604765" cy="36449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Classifier</a:t>
            </a:r>
            <a:endParaRPr/>
          </a:p>
        </p:txBody>
      </p:sp>
      <p:sp>
        <p:nvSpPr>
          <p:cNvPr id="103" name="Google Shape;103;g3f75d711436_0_19">
            <a:extLst xmlns:a="http://schemas.openxmlformats.org/drawingml/2006/main">
              <a:ext uri="{FF2B5EF4-FFF2-40B4-BE49-F238E27FC236}">
                <a16:creationId xmlns:a16="http://schemas.microsoft.com/office/drawing/2014/main" id="{06611A11-165A-4DA7-88F9-2F0A0D7B3678}"/>
              </a:ext>
            </a:extLst>
          </p:cNvPr>
          <p:cNvSpPr>
            <a:spLocks xmlns:a="http://schemas.openxmlformats.org/drawingml/2006/main" noGrp="1"/>
          </p:cNvSpPr>
          <p:nvPr/>
        </p:nvSpPr>
        <p:spPr>
          <a:xfrm xmlns:a="http://schemas.openxmlformats.org/drawingml/2006/main">
            <a:off x="9057135" y="3108773"/>
            <a:ext cx="1604765" cy="37421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Planner</a:t>
            </a:r>
            <a:endParaRPr/>
          </a:p>
        </p:txBody>
      </p:sp>
      <p:sp>
        <p:nvSpPr>
          <p:cNvPr id="104" name="Google Shape;104;g3f75d711436_0_19">
            <a:extLst xmlns:a="http://schemas.openxmlformats.org/drawingml/2006/main">
              <a:ext uri="{FF2B5EF4-FFF2-40B4-BE49-F238E27FC236}">
                <a16:creationId xmlns:a16="http://schemas.microsoft.com/office/drawing/2014/main" id="{3BE3F83B-871D-4D44-8B05-EDB063E2263C}"/>
              </a:ext>
            </a:extLst>
          </p:cNvPr>
          <p:cNvSpPr>
            <a:spLocks xmlns:a="http://schemas.openxmlformats.org/drawingml/2006/main" noGrp="1"/>
          </p:cNvSpPr>
          <p:nvPr/>
        </p:nvSpPr>
        <p:spPr>
          <a:xfrm xmlns:a="http://schemas.openxmlformats.org/drawingml/2006/main">
            <a:off x="9052559" y="3703032"/>
            <a:ext cx="1609341" cy="39244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Executor</a:t>
            </a:r>
            <a:endParaRPr/>
          </a:p>
        </p:txBody>
      </p:sp>
      <p:sp>
        <p:nvSpPr>
          <p:cNvPr id="105" name="Google Shape;105;g3f75d711436_0_19">
            <a:extLst xmlns:a="http://schemas.openxmlformats.org/drawingml/2006/main">
              <a:ext uri="{FF2B5EF4-FFF2-40B4-BE49-F238E27FC236}">
                <a16:creationId xmlns:a16="http://schemas.microsoft.com/office/drawing/2014/main" id="{6556FBC9-4F0D-420A-8B0B-DCAC87E24EA5}"/>
              </a:ext>
            </a:extLst>
          </p:cNvPr>
          <p:cNvSpPr>
            <a:spLocks xmlns:a="http://schemas.openxmlformats.org/drawingml/2006/main" noGrp="1"/>
          </p:cNvSpPr>
          <p:nvPr/>
        </p:nvSpPr>
        <p:spPr>
          <a:xfrm xmlns:a="http://schemas.openxmlformats.org/drawingml/2006/main">
            <a:off x="9052559" y="4292872"/>
            <a:ext cx="1609342" cy="39244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Verifier</a:t>
            </a:r>
            <a:endParaRPr/>
          </a:p>
        </p:txBody>
      </p:sp>
      <p:sp>
        <p:nvSpPr>
          <p:cNvPr id="106" name="Google Shape;106;g3f75d711436_0_19">
            <a:extLst xmlns:a="http://schemas.openxmlformats.org/drawingml/2006/main">
              <a:ext uri="{FF2B5EF4-FFF2-40B4-BE49-F238E27FC236}">
                <a16:creationId xmlns:a16="http://schemas.microsoft.com/office/drawing/2014/main" id="{03DFF418-4C5D-4D3B-9470-A8456162D1BD}"/>
              </a:ext>
            </a:extLst>
          </p:cNvPr>
          <p:cNvSpPr>
            <a:spLocks xmlns:a="http://schemas.openxmlformats.org/drawingml/2006/main" noGrp="1"/>
          </p:cNvSpPr>
          <p:nvPr/>
        </p:nvSpPr>
        <p:spPr>
          <a:xfrm xmlns:a="http://schemas.openxmlformats.org/drawingml/2006/main">
            <a:off x="9052559" y="4833211"/>
            <a:ext cx="1618485" cy="402335"/>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Critic</a:t>
            </a:r>
            <a:endParaRPr/>
          </a:p>
        </p:txBody>
      </p:sp>
      <p:cxnSp>
        <p:nvCxnSpPr>
          <p:cNvPr id="132" name="Google Shape;107;g3f75d711436_0_19"/>
          <p:cNvCxnSpPr>
            <a:stCxn xmlns:a="http://schemas.openxmlformats.org/drawingml/2006/main" id="106" idx="1"/>
          </p:cNvCxnSpPr>
          <p:nvPr/>
        </p:nvCxnSpPr>
        <p:spPr>
          <a:xfrm xmlns:a="http://schemas.openxmlformats.org/drawingml/2006/main" rot="10800000">
            <a:off x="8531459" y="5034379"/>
            <a:ext cx="521100" cy="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33" name="Google Shape;108;g3f75d711436_0_19"/>
          <p:cNvCxnSpPr/>
          <p:nvPr/>
        </p:nvCxnSpPr>
        <p:spPr>
          <a:xfrm xmlns:a="http://schemas.openxmlformats.org/drawingml/2006/main" rot="10800000">
            <a:off x="8531352" y="2753299"/>
            <a:ext cx="0" cy="2281079"/>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34" name="Google Shape;109;g3f75d711436_0_19"/>
          <p:cNvCxnSpPr>
            <a:endCxn xmlns:a="http://schemas.openxmlformats.org/drawingml/2006/main" id="102" idx="1"/>
          </p:cNvCxnSpPr>
          <p:nvPr/>
        </p:nvCxnSpPr>
        <p:spPr>
          <a:xfrm xmlns:a="http://schemas.openxmlformats.org/drawingml/2006/main" rot="10800000" flipH="1">
            <a:off x="8531459" y="2753299"/>
            <a:ext cx="521100" cy="63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sp>
        <p:nvSpPr>
          <p:cNvPr id="110" name="Google Shape;110;g3f75d711436_0_19">
            <a:extLst xmlns:a="http://schemas.openxmlformats.org/drawingml/2006/main">
              <a:ext uri="{FF2B5EF4-FFF2-40B4-BE49-F238E27FC236}">
                <a16:creationId xmlns:a16="http://schemas.microsoft.com/office/drawing/2014/main" id="{A5CDCFCC-E299-4FBC-BA8B-A5DF2EFB6267}"/>
              </a:ext>
            </a:extLst>
          </p:cNvPr>
          <p:cNvSpPr>
            <a:spLocks xmlns:a="http://schemas.openxmlformats.org/drawingml/2006/main" noGrp="1"/>
          </p:cNvSpPr>
          <p:nvPr/>
        </p:nvSpPr>
        <p:spPr>
          <a:xfrm xmlns:a="http://schemas.openxmlformats.org/drawingml/2006/main">
            <a:off x="9052559" y="5408084"/>
            <a:ext cx="1618486" cy="402335"/>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Output</a:t>
            </a:r>
            <a:endParaRPr/>
          </a:p>
        </p:txBody>
      </p:sp>
      <p:cxnSp>
        <p:nvCxnSpPr>
          <p:cNvPr id="136" name="Google Shape;111;g3f75d711436_0_19"/>
          <p:cNvCxnSpPr>
            <a:stCxn xmlns:a="http://schemas.openxmlformats.org/drawingml/2006/main" id="101" idx="2"/>
            <a:endCxn xmlns:a="http://schemas.openxmlformats.org/drawingml/2006/main" id="102" idx="0"/>
          </p:cNvCxnSpPr>
          <p:nvPr/>
        </p:nvCxnSpPr>
        <p:spPr>
          <a:xfrm xmlns:a="http://schemas.openxmlformats.org/drawingml/2006/main">
            <a:off x="9854942" y="2386496"/>
            <a:ext cx="0" cy="1845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7" name="Google Shape;112;g3f75d711436_0_19"/>
          <p:cNvCxnSpPr/>
          <p:nvPr/>
        </p:nvCxnSpPr>
        <p:spPr>
          <a:xfrm xmlns:a="http://schemas.openxmlformats.org/drawingml/2006/main">
            <a:off x="9861801" y="2935546"/>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8" name="Google Shape;113;g3f75d711436_0_19"/>
          <p:cNvCxnSpPr/>
          <p:nvPr/>
        </p:nvCxnSpPr>
        <p:spPr>
          <a:xfrm xmlns:a="http://schemas.openxmlformats.org/drawingml/2006/main">
            <a:off x="9883894" y="3482987"/>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9" name="Google Shape;114;g3f75d711436_0_19"/>
          <p:cNvCxnSpPr/>
          <p:nvPr/>
        </p:nvCxnSpPr>
        <p:spPr>
          <a:xfrm xmlns:a="http://schemas.openxmlformats.org/drawingml/2006/main">
            <a:off x="9883894" y="4095478"/>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40" name="Google Shape;115;g3f75d711436_0_19"/>
          <p:cNvCxnSpPr>
            <a:stCxn xmlns:a="http://schemas.openxmlformats.org/drawingml/2006/main" id="105" idx="2"/>
            <a:endCxn xmlns:a="http://schemas.openxmlformats.org/drawingml/2006/main" id="106" idx="0"/>
          </p:cNvCxnSpPr>
          <p:nvPr/>
        </p:nvCxnSpPr>
        <p:spPr>
          <a:xfrm xmlns:a="http://schemas.openxmlformats.org/drawingml/2006/main">
            <a:off x="9857230" y="4685318"/>
            <a:ext cx="4500" cy="1479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41" name="Google Shape;116;g3f75d711436_0_19"/>
          <p:cNvCxnSpPr/>
          <p:nvPr/>
        </p:nvCxnSpPr>
        <p:spPr>
          <a:xfrm xmlns:a="http://schemas.openxmlformats.org/drawingml/2006/main">
            <a:off x="9886172" y="5235546"/>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sp>
        <p:nvSpPr>
          <p:cNvPr id="117" name="Google Shape;117;g3f75d711436_0_19">
            <a:extLst xmlns:a="http://schemas.openxmlformats.org/drawingml/2006/main">
              <a:ext uri="{FF2B5EF4-FFF2-40B4-BE49-F238E27FC236}">
                <a16:creationId xmlns:a16="http://schemas.microsoft.com/office/drawing/2014/main" id="{F5997760-D6B6-4562-A0DB-E46D6ABDB3EE}"/>
              </a:ext>
            </a:extLst>
          </p:cNvPr>
          <p:cNvSpPr>
            <a:spLocks xmlns:a="http://schemas.openxmlformats.org/drawingml/2006/main" noGrp="1"/>
          </p:cNvSpPr>
          <p:nvPr/>
        </p:nvSpPr>
        <p:spPr>
          <a:xfrm xmlns:a="http://schemas.openxmlformats.org/drawingml/2006/main">
            <a:off x="8578580" y="4803471"/>
            <a:ext cx="510529"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No</a:t>
            </a:r>
            <a:endParaRPr/>
          </a:p>
        </p:txBody>
      </p:sp>
      <p:sp>
        <p:nvSpPr>
          <p:cNvPr id="118" name="Google Shape;118;g3f75d711436_0_19">
            <a:extLst xmlns:a="http://schemas.openxmlformats.org/drawingml/2006/main">
              <a:ext uri="{FF2B5EF4-FFF2-40B4-BE49-F238E27FC236}">
                <a16:creationId xmlns:a16="http://schemas.microsoft.com/office/drawing/2014/main" id="{37F412D1-F825-459C-B27E-584DDE10454A}"/>
              </a:ext>
            </a:extLst>
          </p:cNvPr>
          <p:cNvSpPr>
            <a:spLocks xmlns:a="http://schemas.openxmlformats.org/drawingml/2006/main" noGrp="1"/>
          </p:cNvSpPr>
          <p:nvPr/>
        </p:nvSpPr>
        <p:spPr>
          <a:xfrm xmlns:a="http://schemas.openxmlformats.org/drawingml/2006/main">
            <a:off x="9935723" y="5195237"/>
            <a:ext cx="510529"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Yes</a:t>
            </a:r>
            <a:endParaRPr/>
          </a:p>
        </p:txBody>
      </p:sp>
      <p:sp>
        <p:nvSpPr>
          <p:cNvPr id="119" name="Google Shape;119;g3f75d711436_0_19">
            <a:extLst xmlns:a="http://schemas.openxmlformats.org/drawingml/2006/main">
              <a:ext uri="{FF2B5EF4-FFF2-40B4-BE49-F238E27FC236}">
                <a16:creationId xmlns:a16="http://schemas.microsoft.com/office/drawing/2014/main" id="{3B048D18-7034-4BF4-9E84-74BA9B46CC45}"/>
              </a:ext>
            </a:extLst>
          </p:cNvPr>
          <p:cNvSpPr>
            <a:spLocks xmlns:a="http://schemas.openxmlformats.org/drawingml/2006/main" noGrp="1"/>
          </p:cNvSpPr>
          <p:nvPr/>
        </p:nvSpPr>
        <p:spPr>
          <a:xfrm xmlns:a="http://schemas.openxmlformats.org/drawingml/2006/main">
            <a:off x="1227100" y="1330500"/>
            <a:ext cx="5904000" cy="419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Grounder - extracts a compact B-Rep census: faces, rims, holes, bounding boxes, and edit sites.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Classifier - routes the instruction into typed edit slots.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Planner - selects deterministic tools or GPT-written local CadQuery.</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Executor - runs edits in an isolated watchdog process.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Verifier/Critic - rejects bad outputs and turns failure buckets into retry feedback.</a:t>
            </a:r>
            <a:endParaRPr sz="1700">
              <a:solidFill>
                <a:schemeClr val="dk1"/>
              </a:solidFill>
            </a:endParaRPr>
          </a:p>
        </p:txBody>
      </p:sp>
    </p:spTree>
    <p:extLst>
      <p:ext uri="{BB962C8B-B14F-4D97-AF65-F5344CB8AC3E}">
        <p14:creationId xmlns:p14="http://schemas.microsoft.com/office/powerpoint/2010/main" val="16615572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4" name="Google Shape;124;g3f75d711436_0_140">
            <a:extLst xmlns:a="http://schemas.openxmlformats.org/drawingml/2006/main">
              <a:ext uri="{FF2B5EF4-FFF2-40B4-BE49-F238E27FC236}">
                <a16:creationId xmlns:a16="http://schemas.microsoft.com/office/drawing/2014/main" id="{E554D872-197C-4CE5-BC78-2B47508060B3}"/>
              </a:ext>
            </a:extLst>
          </p:cNvPr>
          <p:cNvSpPr>
            <a:spLocks xmlns:a="http://schemas.openxmlformats.org/drawingml/2006/main" noGrp="1"/>
          </p:cNvSpPr>
          <p:nvPr>
            <p:ph type="title" idx="0"/>
          </p:nvPr>
        </p:nvSpPr>
        <p:spPr>
          <a:xfrm xmlns:a="http://schemas.openxmlformats.org/drawingml/2006/main">
            <a:off x="1385046" y="1779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What changed during development</a:t>
            </a:r>
            <a:endParaRPr sz="3100">
              <a:latin typeface="Georgia"/>
              <a:ea typeface="Georgia"/>
              <a:cs typeface="Georgia"/>
            </a:endParaRPr>
          </a:p>
        </p:txBody>
      </p:sp>
      <p:sp>
        <p:nvSpPr>
          <p:cNvPr id="125" name="Google Shape;125;g3f75d711436_0_140">
            <a:extLst xmlns:a="http://schemas.openxmlformats.org/drawingml/2006/main">
              <a:ext uri="{FF2B5EF4-FFF2-40B4-BE49-F238E27FC236}">
                <a16:creationId xmlns:a16="http://schemas.microsoft.com/office/drawing/2014/main" id="{00E38064-FE78-4B45-B387-7BF66591B27F}"/>
              </a:ext>
            </a:extLst>
          </p:cNvPr>
          <p:cNvSpPr>
            <a:spLocks xmlns:a="http://schemas.openxmlformats.org/drawingml/2006/main" noGrp="1"/>
          </p:cNvSpPr>
          <p:nvPr/>
        </p:nvSpPr>
        <p:spPr>
          <a:xfrm xmlns:a="http://schemas.openxmlformats.org/drawingml/2006/main">
            <a:off x="1464300" y="1262025"/>
            <a:ext cx="5216700" cy="3581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The final harness moved away from direct STEP text edits and image-only prompting. It uses STEP-derived geometry facts, true orthographic CAD views, isolated CadQuery execution, and per-row scoring.</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Key fixes included provenance-safe fresh runs, watchdog handling, identity-output rejection, true axis-aligned view rendering, candidate enumeration for local edits, and detailed failure buckets for targeted debugging.</a:t>
            </a:r>
            <a:endParaRPr sz="1700">
              <a:solidFill>
                <a:schemeClr val="dk1"/>
              </a:solidFill>
            </a:endParaRPr>
          </a:p>
        </p:txBody>
      </p:sp>
      <p:pic>
        <p:nvPicPr>
          <p:cNvPr id="130" name="Google Shape;126;g3f75d711436_0_140"/>
          <p:cNvPicPr>
            <a:picLocks xmlns:a="http://schemas.openxmlformats.org/drawingml/2006/main" noChangeAspect="1"/>
          </p:cNvPicPr>
          <p:nvPr/>
        </p:nvPicPr>
        <p:blipFill rotWithShape="1">
          <a:blip xmlns:r="http://schemas.openxmlformats.org/officeDocument/2006/relationships" xmlns:a="http://schemas.openxmlformats.org/drawingml/2006/main" r:embed="R92d1ff2cbb634485">
            <a:alphaModFix/>
          </a:blip>
          <a:srcRect xmlns:a="http://schemas.openxmlformats.org/drawingml/2006/main" l="0" t="0" r="0" b="0"/>
          <a:stretch xmlns:a="http://schemas.openxmlformats.org/drawingml/2006/main"/>
        </p:blipFill>
        <p:spPr>
          <a:xfrm xmlns:a="http://schemas.openxmlformats.org/drawingml/2006/main">
            <a:off x="7552100" y="962275"/>
            <a:ext cx="3667625" cy="3673200"/>
          </a:xfrm>
          <a:prstGeom xmlns:a="http://schemas.openxmlformats.org/drawingml/2006/main" prst="rect">
            <a:avLst/>
          </a:prstGeom>
          <a:ln xmlns:a="http://schemas.openxmlformats.org/drawingml/2006/main" w="9525" cap="flat" cmpd="sng">
            <a:solidFill>
              <a:schemeClr val="dk1"/>
            </a:solidFill>
            <a:prstDash val="solid"/>
            <a:round/>
          </a:ln>
        </p:spPr>
      </p:pic>
      <p:pic>
        <p:nvPicPr>
          <p:cNvPr id="131" name="Google Shape;127;g3f75d711436_0_140"/>
          <p:cNvPicPr>
            <a:picLocks xmlns:a="http://schemas.openxmlformats.org/drawingml/2006/main" noChangeAspect="1"/>
          </p:cNvPicPr>
          <p:nvPr/>
        </p:nvPicPr>
        <p:blipFill>
          <a:blip xmlns:r="http://schemas.openxmlformats.org/officeDocument/2006/relationships" xmlns:a="http://schemas.openxmlformats.org/drawingml/2006/main" r:embed="Ra250905e180b4ae2">
            <a:alphaModFix/>
          </a:blip>
          <a:stretch xmlns:a="http://schemas.openxmlformats.org/drawingml/2006/main">
            <a:fillRect l="0" t="0" r="0" b="0"/>
          </a:stretch>
        </p:blipFill>
        <p:spPr>
          <a:xfrm xmlns:a="http://schemas.openxmlformats.org/drawingml/2006/main">
            <a:off x="3207375" y="3514625"/>
            <a:ext cx="2469224" cy="2175100"/>
          </a:xfrm>
          <a:prstGeom xmlns:a="http://schemas.openxmlformats.org/drawingml/2006/main" prst="rect">
            <a:avLst/>
          </a:prstGeom>
          <a:ln xmlns:a="http://schemas.openxmlformats.org/drawingml/2006/main" w="9525" cap="flat" cmpd="sng">
            <a:solidFill>
              <a:schemeClr val="dk1"/>
            </a:solidFill>
            <a:prstDash val="solid"/>
            <a:round/>
          </a:ln>
        </p:spPr>
      </p:pic>
    </p:spTree>
    <p:extLst>
      <p:ext uri="{BB962C8B-B14F-4D97-AF65-F5344CB8AC3E}">
        <p14:creationId xmlns:p14="http://schemas.microsoft.com/office/powerpoint/2010/main" val="17798716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2" name="Google Shape;132;g3f75d711436_0_44">
            <a:extLst xmlns:a="http://schemas.openxmlformats.org/drawingml/2006/main">
              <a:ext uri="{FF2B5EF4-FFF2-40B4-BE49-F238E27FC236}">
                <a16:creationId xmlns:a16="http://schemas.microsoft.com/office/drawing/2014/main" id="{96F31259-136B-40B8-BA42-5A9ACEF1E86B}"/>
              </a:ext>
            </a:extLst>
          </p:cNvPr>
          <p:cNvSpPr>
            <a:spLocks xmlns:a="http://schemas.openxmlformats.org/drawingml/2006/main" noGrp="1"/>
          </p:cNvSpPr>
          <p:nvPr>
            <p:ph type="title" idx="0"/>
          </p:nvPr>
        </p:nvSpPr>
        <p:spPr>
          <a:xfrm xmlns:a="http://schemas.openxmlformats.org/drawingml/2006/main">
            <a:off x="1385046" y="383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Results</a:t>
            </a:r>
            <a:endParaRPr/>
          </a:p>
        </p:txBody>
      </p:sp>
      <p:pic>
        <p:nvPicPr>
          <p:cNvPr id="136" name="Google Shape;133;g3f75d711436_0_44"/>
          <p:cNvPicPr>
            <a:picLocks xmlns:a="http://schemas.openxmlformats.org/drawingml/2006/main" noChangeAspect="1"/>
          </p:cNvPicPr>
          <p:nvPr/>
        </p:nvPicPr>
        <p:blipFill>
          <a:blip xmlns:r="http://schemas.openxmlformats.org/officeDocument/2006/relationships" xmlns:a="http://schemas.openxmlformats.org/drawingml/2006/main" r:embed="Rfdb78059347b4a7f">
            <a:alphaModFix/>
          </a:blip>
          <a:stretch xmlns:a="http://schemas.openxmlformats.org/drawingml/2006/main">
            <a:fillRect l="0" t="0" r="0" b="0"/>
          </a:stretch>
        </p:blipFill>
        <p:spPr>
          <a:xfrm xmlns:a="http://schemas.openxmlformats.org/drawingml/2006/main">
            <a:off x="2743599" y="1184925"/>
            <a:ext cx="7059600" cy="4630025"/>
          </a:xfrm>
          <a:prstGeom xmlns:a="http://schemas.openxmlformats.org/drawingml/2006/main" prst="rect">
            <a:avLst/>
          </a:prstGeom>
          <a:ln xmlns:a="http://schemas.openxmlformats.org/drawingml/2006/main" w="9525" cap="flat" cmpd="sng">
            <a:solidFill>
              <a:schemeClr val="dk2"/>
            </a:solidFill>
            <a:prstDash val="solid"/>
            <a:round/>
          </a:ln>
        </p:spPr>
      </p:pic>
      <p:sp>
        <p:nvSpPr>
          <p:cNvPr id="134" name="results-caption">
            <a:extLst xmlns:a="http://schemas.openxmlformats.org/drawingml/2006/main">
              <a:ext uri="{FF2B5EF4-FFF2-40B4-BE49-F238E27FC236}">
                <a16:creationId xmlns:a16="http://schemas.microsoft.com/office/drawing/2014/main" id="{8591E860-D960-4670-B00E-9ABC3797D1B6}"/>
              </a:ext>
            </a:extLst>
          </p:cNvPr>
          <p:cNvSpPr>
            <a:spLocks xmlns:a="http://schemas.openxmlformats.org/drawingml/2006/main" noGrp="1"/>
          </p:cNvSpPr>
          <p:nvPr/>
        </p:nvSpPr>
        <p:spPr>
          <a:xfrm xmlns:a="http://schemas.openxmlformats.org/drawingml/2006/main">
            <a:off x="2381250" y="5857875"/>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F1F1F"/>
                </a:solidFill>
              </a:defRPr>
            </a:pPr>
            <a:r>
              <a:rPr sz="1350" b="0">
                <a:solidFill>
                  <a:srgbClr val="1F1F1F"/>
                </a:solidFill>
              </a:rPr>
              <a:t>Current interpretation: Chamfer and Volume F1 stay relatively high when outputs are valid, but Diff F1 drops when the edit lands on the wrong feature. The next improvement target is therefore feature grounding, not whole-part reconstruction.</a:t>
            </a:r>
          </a:p>
        </p:txBody>
      </p:sp>
    </p:spTree>
    <p:extLst>
      <p:ext uri="{BB962C8B-B14F-4D97-AF65-F5344CB8AC3E}">
        <p14:creationId xmlns:p14="http://schemas.microsoft.com/office/powerpoint/2010/main" val="5954627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8" name="Google Shape;138;g3f76e905f4e_0_33">
            <a:extLst xmlns:a="http://schemas.openxmlformats.org/drawingml/2006/main">
              <a:ext uri="{FF2B5EF4-FFF2-40B4-BE49-F238E27FC236}">
                <a16:creationId xmlns:a16="http://schemas.microsoft.com/office/drawing/2014/main" id="{48051C0F-4762-4910-BD74-9AF08EA2D231}"/>
              </a:ext>
            </a:extLst>
          </p:cNvPr>
          <p:cNvSpPr>
            <a:spLocks xmlns:a="http://schemas.openxmlformats.org/drawingml/2006/main" noGrp="1"/>
          </p:cNvSpPr>
          <p:nvPr>
            <p:ph type="title" idx="0"/>
          </p:nvPr>
        </p:nvSpPr>
        <p:spPr>
          <a:xfrm xmlns:a="http://schemas.openxmlformats.org/drawingml/2006/main">
            <a:off x="1385046" y="383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Cost </a:t>
            </a:r>
            <a:r>
              <a:rPr sz="3400">
                <a:latin typeface="Arial"/>
                <a:ea typeface="Arial"/>
                <a:cs typeface="Arial"/>
              </a:rPr>
              <a:t>Efficiency</a:t>
            </a:r>
            <a:r>
              <a:rPr sz="3400">
                <a:latin typeface="Arial"/>
                <a:ea typeface="Arial"/>
                <a:cs typeface="Arial"/>
              </a:rPr>
              <a:t> &amp; Scalability</a:t>
            </a:r>
            <a:endParaRPr/>
          </a:p>
        </p:txBody>
      </p:sp>
      <p:sp>
        <p:nvSpPr>
          <p:cNvPr id="139" name="efficiency-panel-left">
            <a:extLst xmlns:a="http://schemas.openxmlformats.org/drawingml/2006/main">
              <a:ext uri="{FF2B5EF4-FFF2-40B4-BE49-F238E27FC236}">
                <a16:creationId xmlns:a16="http://schemas.microsoft.com/office/drawing/2014/main" id="{92E1C9A7-B22D-4435-8BA1-8B829AC49AC7}"/>
              </a:ext>
            </a:extLst>
          </p:cNvPr>
          <p:cNvSpPr>
            <a:spLocks xmlns:a="http://schemas.openxmlformats.org/drawingml/2006/main" noGrp="1"/>
          </p:cNvSpPr>
          <p:nvPr/>
        </p:nvSpPr>
        <p:spPr>
          <a:xfrm xmlns:a="http://schemas.openxmlformats.org/drawingml/2006/main">
            <a:off x="1524000" y="1476375"/>
            <a:ext cx="4381500" cy="3619500"/>
          </a:xfrm>
          <a:prstGeom xmlns:a="http://schemas.openxmlformats.org/drawingml/2006/main" prst="roundRect">
            <a:avLst>
              <a:gd name="adj" fmla="val 526"/>
            </a:avLst>
          </a:prstGeom>
          <a:solidFill xmlns:a="http://schemas.openxmlformats.org/drawingml/2006/main">
            <a:srgbClr val="EEF5F2"/>
          </a:solidFill>
          <a:ln xmlns:a="http://schemas.openxmlformats.org/drawingml/2006/main" w="9525">
            <a:solidFill>
              <a:srgbClr val="2F5D50"/>
            </a:solidFill>
            <a:prstDash val="solid"/>
          </a:ln>
        </p:spPr>
      </p:sp>
      <p:sp>
        <p:nvSpPr>
          <p:cNvPr id="140" name="efficiency-panel-right">
            <a:extLst xmlns:a="http://schemas.openxmlformats.org/drawingml/2006/main">
              <a:ext uri="{FF2B5EF4-FFF2-40B4-BE49-F238E27FC236}">
                <a16:creationId xmlns:a16="http://schemas.microsoft.com/office/drawing/2014/main" id="{40F524B8-90C9-4525-8094-68DB2AED478E}"/>
              </a:ext>
            </a:extLst>
          </p:cNvPr>
          <p:cNvSpPr>
            <a:spLocks xmlns:a="http://schemas.openxmlformats.org/drawingml/2006/main" noGrp="1"/>
          </p:cNvSpPr>
          <p:nvPr/>
        </p:nvSpPr>
        <p:spPr>
          <a:xfrm xmlns:a="http://schemas.openxmlformats.org/drawingml/2006/main">
            <a:off x="6572250" y="1476375"/>
            <a:ext cx="4286250" cy="3619500"/>
          </a:xfrm>
          <a:prstGeom xmlns:a="http://schemas.openxmlformats.org/drawingml/2006/main" prst="roundRect">
            <a:avLst>
              <a:gd name="adj" fmla="val 526"/>
            </a:avLst>
          </a:prstGeom>
          <a:solidFill xmlns:a="http://schemas.openxmlformats.org/drawingml/2006/main">
            <a:srgbClr val="F6F6F6"/>
          </a:solidFill>
          <a:ln xmlns:a="http://schemas.openxmlformats.org/drawingml/2006/main" w="9525">
            <a:solidFill>
              <a:srgbClr val="2F5D50"/>
            </a:solidFill>
            <a:prstDash val="solid"/>
          </a:ln>
        </p:spPr>
      </p:sp>
      <p:sp>
        <p:nvSpPr>
          <p:cNvPr id="141" name="efficiency-left-title">
            <a:extLst xmlns:a="http://schemas.openxmlformats.org/drawingml/2006/main">
              <a:ext uri="{FF2B5EF4-FFF2-40B4-BE49-F238E27FC236}">
                <a16:creationId xmlns:a16="http://schemas.microsoft.com/office/drawing/2014/main" id="{4B221DC7-4332-4CCC-9B76-361055EB3ABB}"/>
              </a:ext>
            </a:extLst>
          </p:cNvPr>
          <p:cNvSpPr>
            <a:spLocks xmlns:a="http://schemas.openxmlformats.org/drawingml/2006/main" noGrp="1"/>
          </p:cNvSpPr>
          <p:nvPr/>
        </p:nvSpPr>
        <p:spPr>
          <a:xfrm xmlns:a="http://schemas.openxmlformats.org/drawingml/2006/main">
            <a:off x="1809750" y="17621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Token efficiency</a:t>
            </a:r>
          </a:p>
        </p:txBody>
      </p:sp>
      <p:sp>
        <p:nvSpPr>
          <p:cNvPr id="142" name="efficiency-left-body">
            <a:extLst xmlns:a="http://schemas.openxmlformats.org/drawingml/2006/main">
              <a:ext uri="{FF2B5EF4-FFF2-40B4-BE49-F238E27FC236}">
                <a16:creationId xmlns:a16="http://schemas.microsoft.com/office/drawing/2014/main" id="{8B7BC405-76E1-44F5-884D-0DE9BCB04F83}"/>
              </a:ext>
            </a:extLst>
          </p:cNvPr>
          <p:cNvSpPr>
            <a:spLocks xmlns:a="http://schemas.openxmlformats.org/drawingml/2006/main" noGrp="1"/>
          </p:cNvSpPr>
          <p:nvPr/>
        </p:nvSpPr>
        <p:spPr>
          <a:xfrm xmlns:a="http://schemas.openxmlformats.org/drawingml/2006/main">
            <a:off x="1809750" y="2286000"/>
            <a:ext cx="3714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000000"/>
                </a:solidFill>
              </a:defRPr>
            </a:pPr>
            <a:r>
              <a:rPr sz="1650" b="0">
                <a:solidFill>
                  <a:srgbClr val="000000"/>
                </a:solidFill>
              </a:rPr>
              <a:t>The harness avoids sending full STEP text to the model.</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Instead, it sends compact geometry summaries, orthographic view sheets, parsed dimensions, and targeted retry feedback.</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Deterministic candidates handle cheap local edits before spending GPT calls.</a:t>
            </a:r>
          </a:p>
        </p:txBody>
      </p:sp>
      <p:sp>
        <p:nvSpPr>
          <p:cNvPr id="143" name="efficiency-right-title">
            <a:extLst xmlns:a="http://schemas.openxmlformats.org/drawingml/2006/main">
              <a:ext uri="{FF2B5EF4-FFF2-40B4-BE49-F238E27FC236}">
                <a16:creationId xmlns:a16="http://schemas.microsoft.com/office/drawing/2014/main" id="{88ADB562-C075-49D5-B272-8A08AD08CFB1}"/>
              </a:ext>
            </a:extLst>
          </p:cNvPr>
          <p:cNvSpPr>
            <a:spLocks xmlns:a="http://schemas.openxmlformats.org/drawingml/2006/main" noGrp="1"/>
          </p:cNvSpPr>
          <p:nvPr/>
        </p:nvSpPr>
        <p:spPr>
          <a:xfrm xmlns:a="http://schemas.openxmlformats.org/drawingml/2006/main">
            <a:off x="6858000" y="17621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Scalability safeguards</a:t>
            </a:r>
          </a:p>
        </p:txBody>
      </p:sp>
      <p:sp>
        <p:nvSpPr>
          <p:cNvPr id="144" name="efficiency-right-body">
            <a:extLst xmlns:a="http://schemas.openxmlformats.org/drawingml/2006/main">
              <a:ext uri="{FF2B5EF4-FFF2-40B4-BE49-F238E27FC236}">
                <a16:creationId xmlns:a16="http://schemas.microsoft.com/office/drawing/2014/main" id="{C0052DA7-38FF-49E3-AE04-6215FF8019F6}"/>
              </a:ext>
            </a:extLst>
          </p:cNvPr>
          <p:cNvSpPr>
            <a:spLocks xmlns:a="http://schemas.openxmlformats.org/drawingml/2006/main" noGrp="1"/>
          </p:cNvSpPr>
          <p:nvPr/>
        </p:nvSpPr>
        <p:spPr>
          <a:xfrm xmlns:a="http://schemas.openxmlformats.org/drawingml/2006/main">
            <a:off x="6858000" y="2286000"/>
            <a:ext cx="35718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000000"/>
                </a:solidFill>
              </a:defRPr>
            </a:pPr>
            <a:r>
              <a:rPr sz="1650" b="0">
                <a:solidFill>
                  <a:srgbClr val="000000"/>
                </a:solidFill>
              </a:rPr>
              <a:t>Each row runs in a child process with a watchdog.</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Large assemblies skip expensive source rendering when it risks freezing the benchmark.</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Timeouts are no longer scored as ordinary valid predictions.</a:t>
            </a:r>
          </a:p>
        </p:txBody>
      </p:sp>
    </p:spTree>
    <p:extLst>
      <p:ext uri="{BB962C8B-B14F-4D97-AF65-F5344CB8AC3E}">
        <p14:creationId xmlns:p14="http://schemas.microsoft.com/office/powerpoint/2010/main" val="1239364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f75d711436_0_49">
            <a:extLst xmlns:a="http://schemas.openxmlformats.org/drawingml/2006/main">
              <a:ext uri="{FF2B5EF4-FFF2-40B4-BE49-F238E27FC236}">
                <a16:creationId xmlns:a16="http://schemas.microsoft.com/office/drawing/2014/main" id="{0F217981-8A52-48D2-BA80-6B7AA4B4A077}"/>
              </a:ext>
            </a:extLst>
          </p:cNvPr>
          <p:cNvSpPr>
            <a:spLocks xmlns:a="http://schemas.openxmlformats.org/drawingml/2006/main" noGrp="1"/>
          </p:cNvSpPr>
          <p:nvPr>
            <p:ph type="title" idx="0"/>
          </p:nvPr>
        </p:nvSpPr>
        <p:spPr>
          <a:xfrm xmlns:a="http://schemas.openxmlformats.org/drawingml/2006/main">
            <a:off x="1376321" y="-6"/>
            <a:ext cx="109869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Visual evidence and examples</a:t>
            </a:r>
            <a:endParaRPr sz="3400">
              <a:latin typeface="Arial"/>
              <a:ea typeface="Arial"/>
              <a:cs typeface="Arial"/>
            </a:endParaRPr>
          </a:p>
        </p:txBody>
      </p:sp>
      <p:graphicFrame>
        <p:nvGraphicFramePr>
          <p:cNvPr id="148" name="Google Shape;144;g3f75d711436_0_49"/>
          <p:cNvGraphicFramePr/>
          <p:nvPr/>
        </p:nvGraphicFramePr>
        <p:xfrm>
          <a:off xmlns:a="http://schemas.openxmlformats.org/drawingml/2006/main" x="2371372" y="1025352"/>
          <a:ext xmlns:a="http://schemas.openxmlformats.org/drawingml/2006/main" cx="3000000" cy="3000000"/>
        </p:xfrm>
        <a:graphic xmlns:a="http://schemas.openxmlformats.org/drawingml/2006/main">
          <a:graphicData uri="http://schemas.openxmlformats.org/drawingml/2006/table">
            <a:tbl>
              <a:tblPr>
                <a:tableStyleId>{941A4BA4-8928-4C74-B3C0-A9A97B3EDFBC}</a:tableStyleId>
              </a:tblPr>
              <a:tblGrid>
                <a:gridCol w="4059925"/>
                <a:gridCol w="4352550"/>
              </a:tblGrid>
              <a:tr h="633300">
                <a:tc>
                  <a:txBody>
                    <a:bodyPr/>
                    <a:lstStyle/>
                    <a:p>
                      <a:pPr marL="0" marR="0" lvl="0" indent="0" algn="ctr">
                        <a:lnSpc>
                          <a:spcPct val="100000"/>
                        </a:lnSpc>
                        <a:spcBef>
                          <a:spcPts val="0"/>
                        </a:spcBef>
                        <a:spcAft>
                          <a:spcPts val="0"/>
                        </a:spcAft>
                        <a:buNone/>
                      </a:pPr>
                      <a:r>
                        <a:rPr sz="2200" b="1" u="none" cap="none"/>
                        <a:t>Initial Model</a:t>
                      </a:r>
                      <a:endParaRPr sz="18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2200" b="1" i="0" u="none" cap="none">
                          <a:solidFill>
                            <a:schemeClr val="dk1"/>
                          </a:solidFill>
                          <a:latin typeface="Arial"/>
                          <a:ea typeface="Arial"/>
                          <a:cs typeface="Arial"/>
                        </a:rPr>
                        <a:t>Grounded CAD</a:t>
                      </a:r>
                      <a:endParaRPr sz="22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r>
              <a:tr h="177035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83480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83480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bl>
          </a:graphicData>
        </a:graphic>
      </p:graphicFrame>
      <p:pic>
        <p:nvPicPr>
          <p:cNvPr id="149" name="Google Shape;145;g3f75d711436_0_49"/>
          <p:cNvPicPr>
            <a:picLocks xmlns:a="http://schemas.openxmlformats.org/drawingml/2006/main" noChangeAspect="1"/>
          </p:cNvPicPr>
          <p:nvPr/>
        </p:nvPicPr>
        <p:blipFill>
          <a:blip xmlns:r="http://schemas.openxmlformats.org/officeDocument/2006/relationships" xmlns:a="http://schemas.openxmlformats.org/drawingml/2006/main" r:embed="R30ad9aa27cf84c1c">
            <a:alphaModFix/>
          </a:blip>
          <a:stretch xmlns:a="http://schemas.openxmlformats.org/drawingml/2006/main">
            <a:fillRect l="0" t="0" r="0" b="0"/>
          </a:stretch>
        </p:blipFill>
        <p:spPr>
          <a:xfrm xmlns:a="http://schemas.openxmlformats.org/drawingml/2006/main">
            <a:off x="7726350" y="1792100"/>
            <a:ext cx="1883775" cy="1539200"/>
          </a:xfrm>
          <a:prstGeom xmlns:a="http://schemas.openxmlformats.org/drawingml/2006/main" prst="rect">
            <a:avLst/>
          </a:prstGeom>
          <a:ln xmlns:a="http://schemas.openxmlformats.org/drawingml/2006/main">
            <a:noFill/>
          </a:ln>
        </p:spPr>
      </p:pic>
      <p:sp>
        <p:nvSpPr>
          <p:cNvPr id="146" name="examples-note">
            <a:extLst xmlns:a="http://schemas.openxmlformats.org/drawingml/2006/main">
              <a:ext uri="{FF2B5EF4-FFF2-40B4-BE49-F238E27FC236}">
                <a16:creationId xmlns:a16="http://schemas.microsoft.com/office/drawing/2014/main" id="{CE184FE0-27AA-40C9-A7FB-AEFF02C9653C}"/>
              </a:ext>
            </a:extLst>
          </p:cNvPr>
          <p:cNvSpPr>
            <a:spLocks xmlns:a="http://schemas.openxmlformats.org/drawingml/2006/main" noGrp="1"/>
          </p:cNvSpPr>
          <p:nvPr/>
        </p:nvSpPr>
        <p:spPr>
          <a:xfrm xmlns:a="http://schemas.openxmlformats.org/drawingml/2006/main">
            <a:off x="2571750" y="54292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Example rows compare the original STEP-derived views with the edited output. The table is intentionally visual: it helps diagnose whether a low D score is caused by no-op output, wrong target selection, or a real but incomplete edit.</a:t>
            </a:r>
          </a:p>
        </p:txBody>
      </p:sp>
    </p:spTree>
    <p:extLst>
      <p:ext uri="{BB962C8B-B14F-4D97-AF65-F5344CB8AC3E}">
        <p14:creationId xmlns:p14="http://schemas.microsoft.com/office/powerpoint/2010/main" val="4850900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50" name="Google Shape;150;g3f75d711436_0_34">
            <a:extLst xmlns:a="http://schemas.openxmlformats.org/drawingml/2006/main">
              <a:ext uri="{FF2B5EF4-FFF2-40B4-BE49-F238E27FC236}">
                <a16:creationId xmlns:a16="http://schemas.microsoft.com/office/drawing/2014/main" id="{B35D6BF3-EC5B-433C-9F4D-FB8B0F629F22}"/>
              </a:ext>
            </a:extLst>
          </p:cNvPr>
          <p:cNvSpPr>
            <a:spLocks xmlns:a="http://schemas.openxmlformats.org/drawingml/2006/main" noGrp="1"/>
          </p:cNvSpPr>
          <p:nvPr>
            <p:ph type="title" idx="0"/>
          </p:nvPr>
        </p:nvSpPr>
        <p:spPr>
          <a:xfrm xmlns:a="http://schemas.openxmlformats.org/drawingml/2006/main">
            <a:off x="1411225" y="86500"/>
            <a:ext cx="10661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Ablation Study: What actually affected Diff F1</a:t>
            </a:r>
            <a:endParaRPr sz="3400"/>
          </a:p>
        </p:txBody>
      </p:sp>
      <p:sp>
        <p:nvSpPr>
          <p:cNvPr id="151" name="Google Shape;151;g3f75d711436_0_34">
            <a:extLst xmlns:a="http://schemas.openxmlformats.org/drawingml/2006/main">
              <a:ext uri="{FF2B5EF4-FFF2-40B4-BE49-F238E27FC236}">
                <a16:creationId xmlns:a16="http://schemas.microsoft.com/office/drawing/2014/main" id="{1544D6E2-F4FA-487C-BC4A-00268D885852}"/>
              </a:ext>
            </a:extLst>
          </p:cNvPr>
          <p:cNvSpPr>
            <a:spLocks xmlns:a="http://schemas.openxmlformats.org/drawingml/2006/main" noGrp="1"/>
          </p:cNvSpPr>
          <p:nvPr/>
        </p:nvSpPr>
        <p:spPr>
          <a:xfrm xmlns:a="http://schemas.openxmlformats.org/drawingml/2006/main">
            <a:off x="1561338" y="1412210"/>
            <a:ext cx="9758934"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285750" marR="0" lvl="0" indent="-285750" algn="l">
              <a:lnSpc>
                <a:spcPct val="100000"/>
              </a:lnSpc>
              <a:spcBef>
                <a:spcPts val="0"/>
              </a:spcBef>
              <a:spcAft>
                <a:spcPts val="0"/>
              </a:spcAft>
              <a:buClr>
                <a:srgbClr val="000000"/>
              </a:buClr>
              <a:buSzPts val="1800"/>
              <a:buFont typeface="Arial"/>
              <a:buChar char="•"/>
              <a:defRPr sz="1650">
                <a:solidFill>
                  <a:srgbClr val="000000"/>
                </a:solidFill>
              </a:defRPr>
            </a:pPr>
            <a:r>
              <a:rPr sz="1650" b="0" i="0" u="none" cap="none">
                <a:solidFill>
                  <a:srgbClr val="000000"/>
                </a:solidFill>
                <a:latin typeface="Arial"/>
                <a:ea typeface="Arial"/>
                <a:cs typeface="Arial"/>
              </a:rPr>
              <a:t>Key finding: structured geometry and failure buckets mattered more than extra images alone.</a:t>
            </a:r>
            <a:endParaRPr/>
          </a:p>
        </p:txBody>
      </p:sp>
      <p:graphicFrame>
        <p:nvGraphicFramePr>
          <p:cNvPr id="162" name="Google Shape;152;g3f75d711436_0_34"/>
          <p:cNvGraphicFramePr/>
          <p:nvPr/>
        </p:nvGraphicFramePr>
        <p:xfrm>
          <a:off xmlns:a="http://schemas.openxmlformats.org/drawingml/2006/main" x="2066543" y="1996985"/>
          <a:ext xmlns:a="http://schemas.openxmlformats.org/drawingml/2006/main" cx="3000000" cy="3000000"/>
        </p:xfrm>
        <a:graphic xmlns:a="http://schemas.openxmlformats.org/drawingml/2006/main">
          <a:graphicData uri="http://schemas.openxmlformats.org/drawingml/2006/table">
            <a:tbl>
              <a:tblPr>
                <a:tableStyleId>{941A4BA4-8928-4C74-B3C0-A9A97B3EDFBC}</a:tableStyleId>
              </a:tblPr>
              <a:tblGrid>
                <a:gridCol w="2240275"/>
                <a:gridCol w="2228100"/>
              </a:tblGrid>
              <a:tr h="368800">
                <a:tc>
                  <a:txBody>
                    <a:bodyPr/>
                    <a:lstStyle/>
                    <a:p>
                      <a:pPr marL="0" marR="0" lvl="0" indent="0" algn="ctr">
                        <a:lnSpc>
                          <a:spcPct val="100000"/>
                        </a:lnSpc>
                        <a:spcBef>
                          <a:spcPts val="0"/>
                        </a:spcBef>
                        <a:spcAft>
                          <a:spcPts val="0"/>
                        </a:spcAft>
                        <a:buNone/>
                      </a:pPr>
                      <a:r>
                        <a:rPr sz="1400" b="1" u="none" cap="none"/>
                        <a:t>Agent</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1400" b="1" u="none" cap="none"/>
                        <a:t>Success Rate</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r>
              <a:tr h="448700">
                <a:tc>
                  <a:txBody>
                    <a:bodyPr/>
                    <a:lstStyle/>
                    <a:p>
                      <a:pPr marL="0" marR="0" lvl="0" indent="0" algn="ctr">
                        <a:lnSpc>
                          <a:spcPct val="100000"/>
                        </a:lnSpc>
                        <a:spcBef>
                          <a:spcPts val="0"/>
                        </a:spcBef>
                        <a:spcAft>
                          <a:spcPts val="0"/>
                        </a:spcAft>
                        <a:buNone/>
                      </a:pPr>
                      <a:r>
                        <a:rPr sz="1400" u="none" cap="none"/>
                        <a:t>Grounder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Classifier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Planner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Executor </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Verifier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Critic</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bl>
          </a:graphicData>
        </a:graphic>
      </p:graphicFrame>
      <p:pic>
        <p:nvPicPr>
          <p:cNvPr id="163" name="Google Shape;153;g3f75d711436_0_34"/>
          <p:cNvPicPr>
            <a:picLocks xmlns:a="http://schemas.openxmlformats.org/drawingml/2006/main" noChangeAspect="1"/>
          </p:cNvPicPr>
          <p:nvPr/>
        </p:nvPicPr>
        <p:blipFill rotWithShape="1">
          <a:blip xmlns:r="http://schemas.openxmlformats.org/officeDocument/2006/relationships" xmlns:a="http://schemas.openxmlformats.org/drawingml/2006/main" r:embed="R10680e5d806a4491">
            <a:alphaModFix/>
          </a:blip>
          <a:srcRect xmlns:a="http://schemas.openxmlformats.org/drawingml/2006/main" l="0" t="0" r="0" b="0"/>
          <a:stretch xmlns:a="http://schemas.openxmlformats.org/drawingml/2006/main"/>
        </p:blipFill>
        <p:spPr>
          <a:xfrm xmlns:a="http://schemas.openxmlformats.org/drawingml/2006/main">
            <a:off x="6910677" y="2106629"/>
            <a:ext cx="4961572" cy="2750673"/>
          </a:xfrm>
          <a:prstGeom xmlns:a="http://schemas.openxmlformats.org/drawingml/2006/main" prst="rect">
            <a:avLst/>
          </a:prstGeom>
          <a:ln xmlns:a="http://schemas.openxmlformats.org/drawingml/2006/main" w="9525" cap="flat" cmpd="sng">
            <a:solidFill>
              <a:srgbClr val="000000"/>
            </a:solidFill>
            <a:prstDash val="solid"/>
            <a:round/>
          </a:ln>
        </p:spPr>
      </p:pic>
      <p:sp>
        <p:nvSpPr>
          <p:cNvPr id="154" name="ablation-value-1">
            <a:extLst xmlns:a="http://schemas.openxmlformats.org/drawingml/2006/main">
              <a:ext uri="{FF2B5EF4-FFF2-40B4-BE49-F238E27FC236}">
                <a16:creationId xmlns:a16="http://schemas.microsoft.com/office/drawing/2014/main" id="{221930E5-A8B7-45AB-AFBC-EAD5639C65F7}"/>
              </a:ext>
            </a:extLst>
          </p:cNvPr>
          <p:cNvSpPr>
            <a:spLocks xmlns:a="http://schemas.openxmlformats.org/drawingml/2006/main" noGrp="1"/>
          </p:cNvSpPr>
          <p:nvPr/>
        </p:nvSpPr>
        <p:spPr>
          <a:xfrm xmlns:a="http://schemas.openxmlformats.org/drawingml/2006/main">
            <a:off x="4476750" y="2428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Strong target facts</a:t>
            </a:r>
          </a:p>
        </p:txBody>
      </p:sp>
      <p:sp>
        <p:nvSpPr>
          <p:cNvPr id="155" name="ablation-value-2">
            <a:extLst xmlns:a="http://schemas.openxmlformats.org/drawingml/2006/main">
              <a:ext uri="{FF2B5EF4-FFF2-40B4-BE49-F238E27FC236}">
                <a16:creationId xmlns:a16="http://schemas.microsoft.com/office/drawing/2014/main" id="{927443AF-D140-4406-847C-20B3866D1236}"/>
              </a:ext>
            </a:extLst>
          </p:cNvPr>
          <p:cNvSpPr>
            <a:spLocks xmlns:a="http://schemas.openxmlformats.org/drawingml/2006/main" noGrp="1"/>
          </p:cNvSpPr>
          <p:nvPr/>
        </p:nvSpPr>
        <p:spPr>
          <a:xfrm xmlns:a="http://schemas.openxmlformats.org/drawingml/2006/main">
            <a:off x="4476750" y="2881313"/>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Important routing</a:t>
            </a:r>
          </a:p>
        </p:txBody>
      </p:sp>
      <p:sp>
        <p:nvSpPr>
          <p:cNvPr id="156" name="ablation-value-3">
            <a:extLst xmlns:a="http://schemas.openxmlformats.org/drawingml/2006/main">
              <a:ext uri="{FF2B5EF4-FFF2-40B4-BE49-F238E27FC236}">
                <a16:creationId xmlns:a16="http://schemas.microsoft.com/office/drawing/2014/main" id="{DE377D7A-1E86-42C6-979C-D4F614E9A6BD}"/>
              </a:ext>
            </a:extLst>
          </p:cNvPr>
          <p:cNvSpPr>
            <a:spLocks xmlns:a="http://schemas.openxmlformats.org/drawingml/2006/main" noGrp="1"/>
          </p:cNvSpPr>
          <p:nvPr/>
        </p:nvSpPr>
        <p:spPr>
          <a:xfrm xmlns:a="http://schemas.openxmlformats.org/drawingml/2006/main">
            <a:off x="4476750" y="3333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Scope control</a:t>
            </a:r>
          </a:p>
        </p:txBody>
      </p:sp>
      <p:sp>
        <p:nvSpPr>
          <p:cNvPr id="157" name="ablation-value-4">
            <a:extLst xmlns:a="http://schemas.openxmlformats.org/drawingml/2006/main">
              <a:ext uri="{FF2B5EF4-FFF2-40B4-BE49-F238E27FC236}">
                <a16:creationId xmlns:a16="http://schemas.microsoft.com/office/drawing/2014/main" id="{A49098DE-5A1D-4FCE-ACB1-9A0DF1105FD5}"/>
              </a:ext>
            </a:extLst>
          </p:cNvPr>
          <p:cNvSpPr>
            <a:spLocks xmlns:a="http://schemas.openxmlformats.org/drawingml/2006/main" noGrp="1"/>
          </p:cNvSpPr>
          <p:nvPr/>
        </p:nvSpPr>
        <p:spPr>
          <a:xfrm xmlns:a="http://schemas.openxmlformats.org/drawingml/2006/main">
            <a:off x="4476750" y="3786188"/>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Must be isolated</a:t>
            </a:r>
          </a:p>
        </p:txBody>
      </p:sp>
      <p:sp>
        <p:nvSpPr>
          <p:cNvPr id="158" name="ablation-value-5">
            <a:extLst xmlns:a="http://schemas.openxmlformats.org/drawingml/2006/main">
              <a:ext uri="{FF2B5EF4-FFF2-40B4-BE49-F238E27FC236}">
                <a16:creationId xmlns:a16="http://schemas.microsoft.com/office/drawing/2014/main" id="{5F169B6E-9C1D-4725-AF98-80E8939EFC17}"/>
              </a:ext>
            </a:extLst>
          </p:cNvPr>
          <p:cNvSpPr>
            <a:spLocks xmlns:a="http://schemas.openxmlformats.org/drawingml/2006/main" noGrp="1"/>
          </p:cNvSpPr>
          <p:nvPr/>
        </p:nvSpPr>
        <p:spPr>
          <a:xfrm xmlns:a="http://schemas.openxmlformats.org/drawingml/2006/main">
            <a:off x="4476750" y="42386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Rejects no-op</a:t>
            </a:r>
          </a:p>
        </p:txBody>
      </p:sp>
      <p:sp>
        <p:nvSpPr>
          <p:cNvPr id="159" name="ablation-value-6">
            <a:extLst xmlns:a="http://schemas.openxmlformats.org/drawingml/2006/main">
              <a:ext uri="{FF2B5EF4-FFF2-40B4-BE49-F238E27FC236}">
                <a16:creationId xmlns:a16="http://schemas.microsoft.com/office/drawing/2014/main" id="{6C640684-8D4B-468B-85F7-24C91CC37CF6}"/>
              </a:ext>
            </a:extLst>
          </p:cNvPr>
          <p:cNvSpPr>
            <a:spLocks xmlns:a="http://schemas.openxmlformats.org/drawingml/2006/main" noGrp="1"/>
          </p:cNvSpPr>
          <p:nvPr/>
        </p:nvSpPr>
        <p:spPr>
          <a:xfrm xmlns:a="http://schemas.openxmlformats.org/drawingml/2006/main">
            <a:off x="4476750" y="4691063"/>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defRPr>
            </a:pPr>
            <a:r>
              <a:rPr sz="1200" b="0">
                <a:solidFill>
                  <a:srgbClr val="000000"/>
                </a:solidFill>
              </a:rPr>
              <a:t>Useful as feedback</a:t>
            </a:r>
          </a:p>
        </p:txBody>
      </p:sp>
    </p:spTree>
    <p:extLst>
      <p:ext uri="{BB962C8B-B14F-4D97-AF65-F5344CB8AC3E}">
        <p14:creationId xmlns:p14="http://schemas.microsoft.com/office/powerpoint/2010/main" val="19264409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8" name="Google Shape;158;g3f75d711436_0_39">
            <a:extLst xmlns:a="http://schemas.openxmlformats.org/drawingml/2006/main">
              <a:ext uri="{FF2B5EF4-FFF2-40B4-BE49-F238E27FC236}">
                <a16:creationId xmlns:a16="http://schemas.microsoft.com/office/drawing/2014/main" id="{1DB6A745-76DB-4047-B699-348B0290CA43}"/>
              </a:ext>
            </a:extLst>
          </p:cNvPr>
          <p:cNvSpPr>
            <a:spLocks xmlns:a="http://schemas.openxmlformats.org/drawingml/2006/main" noGrp="1"/>
          </p:cNvSpPr>
          <p:nvPr>
            <p:ph type="title" idx="0"/>
          </p:nvPr>
        </p:nvSpPr>
        <p:spPr>
          <a:xfrm xmlns:a="http://schemas.openxmlformats.org/drawingml/2006/main">
            <a:off x="1385050" y="177950"/>
            <a:ext cx="106368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Limitations, Observations, and Next Steps</a:t>
            </a:r>
            <a:endParaRPr sz="3100">
              <a:latin typeface="Georgia"/>
              <a:ea typeface="Georgia"/>
              <a:cs typeface="Georgia"/>
            </a:endParaRPr>
          </a:p>
        </p:txBody>
      </p:sp>
      <p:sp>
        <p:nvSpPr>
          <p:cNvPr id="159" name="Google Shape;159;g3f75d711436_0_39">
            <a:extLst xmlns:a="http://schemas.openxmlformats.org/drawingml/2006/main">
              <a:ext uri="{FF2B5EF4-FFF2-40B4-BE49-F238E27FC236}">
                <a16:creationId xmlns:a16="http://schemas.microsoft.com/office/drawing/2014/main" id="{52673253-06A1-4B3A-B9D0-1B1A5931F7BC}"/>
              </a:ext>
            </a:extLst>
          </p:cNvPr>
          <p:cNvSpPr>
            <a:spLocks xmlns:a="http://schemas.openxmlformats.org/drawingml/2006/main" noGrp="1"/>
          </p:cNvSpPr>
          <p:nvPr>
            <p:ph type="body" idx="4294967295"/>
          </p:nvPr>
        </p:nvSpPr>
        <p:spPr>
          <a:xfrm xmlns:a="http://schemas.openxmlformats.org/drawingml/2006/main">
            <a:off x="1385038" y="1327353"/>
            <a:ext cx="5892900" cy="388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90654"/>
          </a:bodyPr>
          <a:lstStyle xmlns:a="http://schemas.openxmlformats.org/drawingml/2006/main"/>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Main limitation: The system can create valid geometry but still lose Diff F1 when it chooses the wrong edge, hole, face, or side of the part.</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Observation: Direct STEP line edits are not reliable because STEP topology is interlinked. CadQuery/B-Rep operations are safer for producing valid edited solids.</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Next step: Use failure buckets as control signals. When a row is tagged wrong_edge_or_scope, force re-grounding to alternate candidate features before accepting the edit.</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a:latin typeface="Arial"/>
                <a:ea typeface="Arial"/>
                <a:cs typeface="Arial"/>
              </a:rPr>
              <a:t>Future scope: stronger B-Rep target matching, operation-specific validators, and a final fresh 48-row evaluation before claiming benchmark improvement.</a:t>
            </a:r>
            <a:endParaRPr sz="1700">
              <a:latin typeface="Arial"/>
              <a:ea typeface="Arial"/>
              <a:cs typeface="Arial"/>
            </a:endParaRPr>
          </a:p>
        </p:txBody>
      </p:sp>
      <p:pic>
        <p:nvPicPr>
          <p:cNvPr id="164" name="Google Shape;160;g3f75d711436_0_39"/>
          <p:cNvPicPr>
            <a:picLocks xmlns:a="http://schemas.openxmlformats.org/drawingml/2006/main" noChangeAspect="1"/>
          </p:cNvPicPr>
          <p:nvPr/>
        </p:nvPicPr>
        <p:blipFill rotWithShape="1">
          <a:blip xmlns:r="http://schemas.openxmlformats.org/officeDocument/2006/relationships" xmlns:a="http://schemas.openxmlformats.org/drawingml/2006/main" r:embed="R01d7afcdf1e6429f">
            <a:alphaModFix/>
          </a:blip>
          <a:srcRect xmlns:a="http://schemas.openxmlformats.org/drawingml/2006/main" l="0" t="0" r="0" b="0"/>
          <a:stretch xmlns:a="http://schemas.openxmlformats.org/drawingml/2006/main"/>
        </p:blipFill>
        <p:spPr>
          <a:xfrm xmlns:a="http://schemas.openxmlformats.org/drawingml/2006/main">
            <a:off x="7833400" y="1231375"/>
            <a:ext cx="3093800" cy="2695725"/>
          </a:xfrm>
          <a:prstGeom xmlns:a="http://schemas.openxmlformats.org/drawingml/2006/main" prst="rect">
            <a:avLst/>
          </a:prstGeom>
          <a:ln xmlns:a="http://schemas.openxmlformats.org/drawingml/2006/main" w="9525" cap="flat" cmpd="sng">
            <a:solidFill>
              <a:schemeClr val="dk1"/>
            </a:solidFill>
            <a:prstDash val="solid"/>
            <a:round/>
          </a:ln>
        </p:spPr>
      </p:pic>
      <p:pic>
        <p:nvPicPr>
          <p:cNvPr id="165" name="Google Shape;161;g3f75d711436_0_39"/>
          <p:cNvPicPr>
            <a:picLocks xmlns:a="http://schemas.openxmlformats.org/drawingml/2006/main" noChangeAspect="1"/>
          </p:cNvPicPr>
          <p:nvPr/>
        </p:nvPicPr>
        <p:blipFill rotWithShape="1">
          <a:blip xmlns:r="http://schemas.openxmlformats.org/officeDocument/2006/relationships" xmlns:a="http://schemas.openxmlformats.org/drawingml/2006/main" r:embed="R93644ee18fb046d1">
            <a:alphaModFix/>
          </a:blip>
          <a:srcRect xmlns:a="http://schemas.openxmlformats.org/drawingml/2006/main" l="650" t="3826" r="0" b="1985"/>
          <a:stretch xmlns:a="http://schemas.openxmlformats.org/drawingml/2006/main"/>
        </p:blipFill>
        <p:spPr>
          <a:xfrm xmlns:a="http://schemas.openxmlformats.org/drawingml/2006/main">
            <a:off x="6482125" y="4358341"/>
            <a:ext cx="4855464" cy="1145562"/>
          </a:xfrm>
          <a:prstGeom xmlns:a="http://schemas.openxmlformats.org/drawingml/2006/main" prst="rect">
            <a:avLst/>
          </a:prstGeom>
          <a:ln xmlns:a="http://schemas.openxmlformats.org/drawingml/2006/main" w="9525" cap="flat" cmpd="sng">
            <a:solidFill>
              <a:schemeClr val="dk1"/>
            </a:solidFill>
            <a:prstDash val="solid"/>
            <a:round/>
          </a:ln>
        </p:spPr>
      </p:pic>
    </p:spTree>
    <p:extLst>
      <p:ext uri="{BB962C8B-B14F-4D97-AF65-F5344CB8AC3E}">
        <p14:creationId xmlns:p14="http://schemas.microsoft.com/office/powerpoint/2010/main" val="1757585201"/>
      </p:ext>
    </p:extLst>
  </p:cSld>
</p:sld>
</file>

<file path=ppt/slides/slide10.xml><?xml version="1.0" encoding="utf-8"?>
<p:sld xmlns:p="http://schemas.openxmlformats.org/presentationml/2006/main" showMasterSp="0">
  <p:cSld>
    <p:spTree>
      <p:nvGrpSpPr>
        <p:cNvPr id="1" name=""/>
        <p:cNvGrpSpPr/>
        <p:nvPr/>
      </p:nvGrpSpPr>
      <p:grpSpPr>
        <a:xfrm xmlns:a="http://schemas.openxmlformats.org/drawingml/2006/main"/>
      </p:grpSpPr>
      <p:pic>
        <p:nvPicPr>
          <p:cNvPr id="5" name="Google Shape;167;p1"/>
          <p:cNvPicPr>
            <a:picLocks xmlns:a="http://schemas.openxmlformats.org/drawingml/2006/main" noChangeAspect="1"/>
          </p:cNvPicPr>
          <p:nvPr/>
        </p:nvPicPr>
        <p:blipFill rotWithShape="1">
          <a:blip xmlns:r="http://schemas.openxmlformats.org/officeDocument/2006/relationships" xmlns:a="http://schemas.openxmlformats.org/drawingml/2006/main" r:embed="R2de92bfe80e549e4">
            <a:alphaModFix/>
          </a:blip>
          <a:srcRect xmlns:a="http://schemas.openxmlformats.org/drawingml/2006/main" l="0" t="0" r="0" b="0"/>
          <a:stretch xmlns:a="http://schemas.openxmlformats.org/drawingml/2006/main"/>
        </p:blipFill>
        <p:spPr>
          <a:xfrm xmlns:a="http://schemas.openxmlformats.org/drawingml/2006/main">
            <a:off x="0" y="0"/>
            <a:ext cx="3677375" cy="1057875"/>
          </a:xfrm>
          <a:prstGeom xmlns:a="http://schemas.openxmlformats.org/drawingml/2006/main" prst="rect">
            <a:avLst/>
          </a:prstGeom>
          <a:ln xmlns:a="http://schemas.openxmlformats.org/drawingml/2006/main">
            <a:noFill/>
          </a:ln>
        </p:spPr>
      </p:pic>
      <p:pic>
        <p:nvPicPr>
          <p:cNvPr id="6" name="Google Shape;168;p1"/>
          <p:cNvPicPr>
            <a:picLocks xmlns:a="http://schemas.openxmlformats.org/drawingml/2006/main" noChangeAspect="1"/>
          </p:cNvPicPr>
          <p:nvPr/>
        </p:nvPicPr>
        <p:blipFill rotWithShape="1">
          <a:blip xmlns:r="http://schemas.openxmlformats.org/officeDocument/2006/relationships" xmlns:a="http://schemas.openxmlformats.org/drawingml/2006/main" r:embed="R76e591474b26417e">
            <a:alphaModFix/>
          </a:blip>
          <a:srcRect xmlns:a="http://schemas.openxmlformats.org/drawingml/2006/main" l="0" t="11449" r="0" b="24267"/>
          <a:stretch xmlns:a="http://schemas.openxmlformats.org/drawingml/2006/main"/>
        </p:blipFill>
        <p:spPr>
          <a:xfrm xmlns:a="http://schemas.openxmlformats.org/drawingml/2006/main">
            <a:off x="9191175" y="0"/>
            <a:ext cx="3000824" cy="1007625"/>
          </a:xfrm>
          <a:prstGeom xmlns:a="http://schemas.openxmlformats.org/drawingml/2006/main" prst="rect">
            <a:avLst/>
          </a:prstGeom>
          <a:ln xmlns:a="http://schemas.openxmlformats.org/drawingml/2006/main">
            <a:noFill/>
          </a:ln>
        </p:spPr>
      </p:pic>
      <p:pic>
        <p:nvPicPr>
          <p:cNvPr id="7" name="Google Shape;169;p1"/>
          <p:cNvPicPr>
            <a:picLocks xmlns:a="http://schemas.openxmlformats.org/drawingml/2006/main" noChangeAspect="1"/>
          </p:cNvPicPr>
          <p:nvPr/>
        </p:nvPicPr>
        <p:blipFill rotWithShape="1">
          <a:blip xmlns:r="http://schemas.openxmlformats.org/officeDocument/2006/relationships" xmlns:a="http://schemas.openxmlformats.org/drawingml/2006/main" r:embed="R3a96f69f5ce441ba">
            <a:alphaModFix/>
          </a:blip>
          <a:srcRect xmlns:a="http://schemas.openxmlformats.org/drawingml/2006/main" l="0" t="0" r="0" b="0"/>
          <a:stretch xmlns:a="http://schemas.openxmlformats.org/drawingml/2006/main"/>
        </p:blipFill>
        <p:spPr>
          <a:xfrm xmlns:a="http://schemas.openxmlformats.org/drawingml/2006/main">
            <a:off x="0" y="6457950"/>
            <a:ext cx="12191999" cy="469353"/>
          </a:xfrm>
          <a:prstGeom xmlns:a="http://schemas.openxmlformats.org/drawingml/2006/main" prst="rect">
            <a:avLst/>
          </a:prstGeom>
          <a:ln xmlns:a="http://schemas.openxmlformats.org/drawingml/2006/main">
            <a:noFill/>
          </a:ln>
        </p:spPr>
      </p:pic>
      <p:pic>
        <p:nvPicPr>
          <p:cNvPr id="8" name="Google Shape;170;p1"/>
          <p:cNvPicPr>
            <a:picLocks xmlns:a="http://schemas.openxmlformats.org/drawingml/2006/main" noChangeAspect="1"/>
          </p:cNvPicPr>
          <p:nvPr/>
        </p:nvPicPr>
        <p:blipFill rotWithShape="1">
          <a:blip xmlns:r="http://schemas.openxmlformats.org/officeDocument/2006/relationships" xmlns:a="http://schemas.openxmlformats.org/drawingml/2006/main" r:embed="R0c54e6eafc04498e">
            <a:alphaModFix/>
          </a:blip>
          <a:srcRect xmlns:a="http://schemas.openxmlformats.org/drawingml/2006/main" l="0" t="0" r="0" b="0"/>
          <a:stretch xmlns:a="http://schemas.openxmlformats.org/drawingml/2006/main"/>
        </p:blipFill>
        <p:spPr>
          <a:xfrm xmlns:a="http://schemas.openxmlformats.org/drawingml/2006/main">
            <a:off x="2874925" y="869025"/>
            <a:ext cx="5676775" cy="56391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35228712"/>
      </p:ext>
    </p:extLst>
  </p:cSld>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2026-08-19T22:51:57.1620000Z</dcterms:created>
  <dcterms:modified xsi:type="dcterms:W3CDTF">2026-08-19T22:51:57.1620000Z</dcterms:modified>
</coreProperties>
</file>